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9" r:id="rId11"/>
    <p:sldId id="274" r:id="rId12"/>
    <p:sldId id="275" r:id="rId13"/>
    <p:sldId id="276" r:id="rId14"/>
    <p:sldId id="277" r:id="rId15"/>
    <p:sldId id="278" r:id="rId16"/>
    <p:sldId id="290" r:id="rId17"/>
    <p:sldId id="289" r:id="rId18"/>
    <p:sldId id="291" r:id="rId19"/>
    <p:sldId id="292" r:id="rId20"/>
    <p:sldId id="294" r:id="rId21"/>
    <p:sldId id="293" r:id="rId2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66BC8D-059A-7B9B-2C1C-B151FB1052D0}" name="HS Lee" initials="HL" userId="fe101f57cd050ae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592BAD-C7DB-4067-B19D-F92A0F21C813}" v="1" dt="2026-10-02T02:56:45.6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316" autoAdjust="0"/>
  </p:normalViewPr>
  <p:slideViewPr>
    <p:cSldViewPr snapToGrid="0">
      <p:cViewPr>
        <p:scale>
          <a:sx n="100" d="100"/>
          <a:sy n="100" d="100"/>
        </p:scale>
        <p:origin x="-9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 Lee" userId="fe101f57cd050ae5" providerId="LiveId" clId="{F87A5AE1-725F-4C71-867D-64B709B8201B}"/>
    <pc:docChg chg="undo redo custSel modSld">
      <pc:chgData name="HS Lee" userId="fe101f57cd050ae5" providerId="LiveId" clId="{F87A5AE1-725F-4C71-867D-64B709B8201B}" dt="2026-10-02T07:21:44.403" v="960" actId="207"/>
      <pc:docMkLst>
        <pc:docMk/>
      </pc:docMkLst>
      <pc:sldChg chg="modSp mod modNotesTx">
        <pc:chgData name="HS Lee" userId="fe101f57cd050ae5" providerId="LiveId" clId="{F87A5AE1-725F-4C71-867D-64B709B8201B}" dt="2026-09-22T08:31:19.273" v="265"/>
        <pc:sldMkLst>
          <pc:docMk/>
          <pc:sldMk cId="512529003" sldId="257"/>
        </pc:sldMkLst>
        <pc:spChg chg="mod">
          <ac:chgData name="HS Lee" userId="fe101f57cd050ae5" providerId="LiveId" clId="{F87A5AE1-725F-4C71-867D-64B709B8201B}" dt="2026-09-22T05:12:18.116" v="30"/>
          <ac:spMkLst>
            <pc:docMk/>
            <pc:sldMk cId="512529003" sldId="257"/>
            <ac:spMk id="25" creationId="{6DC129E7-9087-43F9-8220-9F8E65AA6406}"/>
          </ac:spMkLst>
        </pc:spChg>
        <pc:graphicFrameChg chg="mod modGraphic">
          <ac:chgData name="HS Lee" userId="fe101f57cd050ae5" providerId="LiveId" clId="{F87A5AE1-725F-4C71-867D-64B709B8201B}" dt="2026-09-22T08:31:19.273" v="265"/>
          <ac:graphicFrameMkLst>
            <pc:docMk/>
            <pc:sldMk cId="512529003" sldId="257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1:27.783" v="269" actId="20577"/>
        <pc:sldMkLst>
          <pc:docMk/>
          <pc:sldMk cId="2064915517" sldId="258"/>
        </pc:sldMkLst>
        <pc:spChg chg="mod">
          <ac:chgData name="HS Lee" userId="fe101f57cd050ae5" providerId="LiveId" clId="{F87A5AE1-725F-4C71-867D-64B709B8201B}" dt="2026-09-22T08:31:27.783" v="269" actId="20577"/>
          <ac:spMkLst>
            <pc:docMk/>
            <pc:sldMk cId="2064915517" sldId="258"/>
            <ac:spMk id="13" creationId="{BE63259F-9EBB-4C72-AE60-08103A1F3003}"/>
          </ac:spMkLst>
        </pc:spChg>
      </pc:sldChg>
      <pc:sldChg chg="modSp mod modNotesTx">
        <pc:chgData name="HS Lee" userId="fe101f57cd050ae5" providerId="LiveId" clId="{F87A5AE1-725F-4C71-867D-64B709B8201B}" dt="2026-09-23T00:11:51.210" v="634" actId="20577"/>
        <pc:sldMkLst>
          <pc:docMk/>
          <pc:sldMk cId="1051180982" sldId="259"/>
        </pc:sldMkLst>
        <pc:spChg chg="mod">
          <ac:chgData name="HS Lee" userId="fe101f57cd050ae5" providerId="LiveId" clId="{F87A5AE1-725F-4C71-867D-64B709B8201B}" dt="2026-09-22T05:12:22.116" v="31"/>
          <ac:spMkLst>
            <pc:docMk/>
            <pc:sldMk cId="1051180982" sldId="259"/>
            <ac:spMk id="25" creationId="{8D0FEE7A-CAE2-44EB-B21E-2E51F1BAE244}"/>
          </ac:spMkLst>
        </pc:spChg>
        <pc:graphicFrameChg chg="mod modGraphic">
          <ac:chgData name="HS Lee" userId="fe101f57cd050ae5" providerId="LiveId" clId="{F87A5AE1-725F-4C71-867D-64B709B8201B}" dt="2026-09-23T00:11:51.210" v="634" actId="20577"/>
          <ac:graphicFrameMkLst>
            <pc:docMk/>
            <pc:sldMk cId="1051180982" sldId="259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1:31.700" v="271" actId="20577"/>
        <pc:sldMkLst>
          <pc:docMk/>
          <pc:sldMk cId="112918918" sldId="260"/>
        </pc:sldMkLst>
        <pc:spChg chg="mod">
          <ac:chgData name="HS Lee" userId="fe101f57cd050ae5" providerId="LiveId" clId="{F87A5AE1-725F-4C71-867D-64B709B8201B}" dt="2026-09-22T08:31:31.700" v="271" actId="20577"/>
          <ac:spMkLst>
            <pc:docMk/>
            <pc:sldMk cId="112918918" sldId="260"/>
            <ac:spMk id="13" creationId="{CFD81E8F-C98B-4BB7-9D6E-5FF70E1CDCE1}"/>
          </ac:spMkLst>
        </pc:spChg>
      </pc:sldChg>
      <pc:sldChg chg="modSp mod modNotesTx">
        <pc:chgData name="HS Lee" userId="fe101f57cd050ae5" providerId="LiveId" clId="{F87A5AE1-725F-4C71-867D-64B709B8201B}" dt="2026-10-02T01:05:52.267" v="940" actId="207"/>
        <pc:sldMkLst>
          <pc:docMk/>
          <pc:sldMk cId="963579394" sldId="261"/>
        </pc:sldMkLst>
        <pc:spChg chg="mod">
          <ac:chgData name="HS Lee" userId="fe101f57cd050ae5" providerId="LiveId" clId="{F87A5AE1-725F-4C71-867D-64B709B8201B}" dt="2026-09-30T02:15:47.849" v="872" actId="1076"/>
          <ac:spMkLst>
            <pc:docMk/>
            <pc:sldMk cId="963579394" sldId="261"/>
            <ac:spMk id="9" creationId="{4DB95E68-9819-4FD6-BDAA-B0385F152DC9}"/>
          </ac:spMkLst>
        </pc:spChg>
        <pc:spChg chg="mod">
          <ac:chgData name="HS Lee" userId="fe101f57cd050ae5" providerId="LiveId" clId="{F87A5AE1-725F-4C71-867D-64B709B8201B}" dt="2026-09-29T06:44:46.039" v="686" actId="14100"/>
          <ac:spMkLst>
            <pc:docMk/>
            <pc:sldMk cId="963579394" sldId="261"/>
            <ac:spMk id="19" creationId="{59A8D701-0AB1-47B6-9EBC-2EB8E2F4B634}"/>
          </ac:spMkLst>
        </pc:spChg>
        <pc:spChg chg="mod">
          <ac:chgData name="HS Lee" userId="fe101f57cd050ae5" providerId="LiveId" clId="{F87A5AE1-725F-4C71-867D-64B709B8201B}" dt="2026-09-29T08:22:30.442" v="865" actId="20577"/>
          <ac:spMkLst>
            <pc:docMk/>
            <pc:sldMk cId="963579394" sldId="261"/>
            <ac:spMk id="20" creationId="{ECC6082A-BCD9-4D0B-9240-88DAACF4FA18}"/>
          </ac:spMkLst>
        </pc:spChg>
        <pc:spChg chg="mod">
          <ac:chgData name="HS Lee" userId="fe101f57cd050ae5" providerId="LiveId" clId="{F87A5AE1-725F-4C71-867D-64B709B8201B}" dt="2026-09-22T05:12:25.927" v="32"/>
          <ac:spMkLst>
            <pc:docMk/>
            <pc:sldMk cId="963579394" sldId="261"/>
            <ac:spMk id="25" creationId="{2649C67C-5034-49F4-89F2-17A173CAE1E4}"/>
          </ac:spMkLst>
        </pc:spChg>
        <pc:graphicFrameChg chg="mod modGraphic">
          <ac:chgData name="HS Lee" userId="fe101f57cd050ae5" providerId="LiveId" clId="{F87A5AE1-725F-4C71-867D-64B709B8201B}" dt="2026-10-02T01:05:52.267" v="940" actId="207"/>
          <ac:graphicFrameMkLst>
            <pc:docMk/>
            <pc:sldMk cId="963579394" sldId="261"/>
            <ac:graphicFrameMk id="26" creationId="{00000000-0000-0000-0000-000000000000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9T08:22:05.562" v="851" actId="20577"/>
        <pc:sldMkLst>
          <pc:docMk/>
          <pc:sldMk cId="140117359" sldId="262"/>
        </pc:sldMkLst>
        <pc:spChg chg="mod">
          <ac:chgData name="HS Lee" userId="fe101f57cd050ae5" providerId="LiveId" clId="{F87A5AE1-725F-4C71-867D-64B709B8201B}" dt="2026-09-29T06:46:36.772" v="819" actId="20577"/>
          <ac:spMkLst>
            <pc:docMk/>
            <pc:sldMk cId="140117359" sldId="262"/>
            <ac:spMk id="12" creationId="{3B476778-6122-4BFC-9861-6437A1AA6ECC}"/>
          </ac:spMkLst>
        </pc:spChg>
        <pc:spChg chg="mod">
          <ac:chgData name="HS Lee" userId="fe101f57cd050ae5" providerId="LiveId" clId="{F87A5AE1-725F-4C71-867D-64B709B8201B}" dt="2026-09-29T06:46:58.340" v="825" actId="20577"/>
          <ac:spMkLst>
            <pc:docMk/>
            <pc:sldMk cId="140117359" sldId="262"/>
            <ac:spMk id="17" creationId="{9FF7CACB-48EB-4F08-9BFE-B85680D2EFEA}"/>
          </ac:spMkLst>
        </pc:spChg>
        <pc:spChg chg="mod">
          <ac:chgData name="HS Lee" userId="fe101f57cd050ae5" providerId="LiveId" clId="{F87A5AE1-725F-4C71-867D-64B709B8201B}" dt="2026-09-22T08:38:18.431" v="575"/>
          <ac:spMkLst>
            <pc:docMk/>
            <pc:sldMk cId="140117359" sldId="262"/>
            <ac:spMk id="21" creationId="{C621C24D-C003-4E81-BB02-C8F86743A3EA}"/>
          </ac:spMkLst>
        </pc:spChg>
        <pc:spChg chg="mod">
          <ac:chgData name="HS Lee" userId="fe101f57cd050ae5" providerId="LiveId" clId="{F87A5AE1-725F-4C71-867D-64B709B8201B}" dt="2026-09-29T06:46:50.979" v="820"/>
          <ac:spMkLst>
            <pc:docMk/>
            <pc:sldMk cId="140117359" sldId="262"/>
            <ac:spMk id="24" creationId="{00000000-0000-0000-0000-000000000000}"/>
          </ac:spMkLst>
        </pc:spChg>
        <pc:spChg chg="add mod">
          <ac:chgData name="HS Lee" userId="fe101f57cd050ae5" providerId="LiveId" clId="{F87A5AE1-725F-4C71-867D-64B709B8201B}" dt="2026-09-29T08:21:50.976" v="842"/>
          <ac:spMkLst>
            <pc:docMk/>
            <pc:sldMk cId="140117359" sldId="262"/>
            <ac:spMk id="26" creationId="{4A248604-14B1-930A-5278-8EB87DF48059}"/>
          </ac:spMkLst>
        </pc:spChg>
        <pc:spChg chg="add mod">
          <ac:chgData name="HS Lee" userId="fe101f57cd050ae5" providerId="LiveId" clId="{F87A5AE1-725F-4C71-867D-64B709B8201B}" dt="2026-09-29T08:22:05.562" v="851" actId="20577"/>
          <ac:spMkLst>
            <pc:docMk/>
            <pc:sldMk cId="140117359" sldId="262"/>
            <ac:spMk id="28" creationId="{C800A27E-1DCF-EB53-C6E4-F5AE6971F295}"/>
          </ac:spMkLst>
        </pc:spChg>
      </pc:sldChg>
      <pc:sldChg chg="addSp delSp modSp mod modNotesTx">
        <pc:chgData name="HS Lee" userId="fe101f57cd050ae5" providerId="LiveId" clId="{F87A5AE1-725F-4C71-867D-64B709B8201B}" dt="2026-10-02T01:07:09.369" v="942" actId="207"/>
        <pc:sldMkLst>
          <pc:docMk/>
          <pc:sldMk cId="680589106" sldId="263"/>
        </pc:sldMkLst>
        <pc:spChg chg="mod">
          <ac:chgData name="HS Lee" userId="fe101f57cd050ae5" providerId="LiveId" clId="{F87A5AE1-725F-4C71-867D-64B709B8201B}" dt="2026-09-29T06:45:11.389" v="691" actId="14100"/>
          <ac:spMkLst>
            <pc:docMk/>
            <pc:sldMk cId="680589106" sldId="263"/>
            <ac:spMk id="19" creationId="{1B49F364-62A2-4E34-B1BF-74F598CEDB10}"/>
          </ac:spMkLst>
        </pc:spChg>
        <pc:spChg chg="mod">
          <ac:chgData name="HS Lee" userId="fe101f57cd050ae5" providerId="LiveId" clId="{F87A5AE1-725F-4C71-867D-64B709B8201B}" dt="2026-09-29T06:45:08.188" v="690" actId="14100"/>
          <ac:spMkLst>
            <pc:docMk/>
            <pc:sldMk cId="680589106" sldId="263"/>
            <ac:spMk id="20" creationId="{CF76A89B-26A8-4FA7-908C-9EF83E72AFD6}"/>
          </ac:spMkLst>
        </pc:spChg>
        <pc:spChg chg="mod">
          <ac:chgData name="HS Lee" userId="fe101f57cd050ae5" providerId="LiveId" clId="{F87A5AE1-725F-4C71-867D-64B709B8201B}" dt="2026-09-22T05:12:28.986" v="33"/>
          <ac:spMkLst>
            <pc:docMk/>
            <pc:sldMk cId="680589106" sldId="263"/>
            <ac:spMk id="25" creationId="{C0CEC771-C680-4816-9745-B232868AF2FE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29" creationId="{A16C412B-DA55-4DED-B390-D3265E87B3FD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0" creationId="{F1D92404-FB18-4380-BA79-B873AC48FEAA}"/>
          </ac:spMkLst>
        </pc:spChg>
        <pc:spChg chg="mod">
          <ac:chgData name="HS Lee" userId="fe101f57cd050ae5" providerId="LiveId" clId="{F87A5AE1-725F-4C71-867D-64B709B8201B}" dt="2026-09-30T07:44:26.052" v="916" actId="1036"/>
          <ac:spMkLst>
            <pc:docMk/>
            <pc:sldMk cId="680589106" sldId="263"/>
            <ac:spMk id="31" creationId="{F1DB6184-07B4-4825-A860-AA83B48C4455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2" creationId="{311D4F40-C003-444F-B44E-BAB0F5FD9421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3" creationId="{0101265C-0C9D-413E-951B-BE58C7A82743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4" creationId="{F3A35D62-18D4-4191-8BC6-DF8D1ADE84ED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5" creationId="{FECFACAB-8786-402B-A4B2-3674BD325E2C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6" creationId="{0EFD69CC-080D-4FC1-B6EB-BA827C79D1AB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7" creationId="{D37D8691-157B-4F77-8BD0-D02F0C3F94F0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8" creationId="{6C6E6ADC-5217-44DE-860B-C4705BDDDFD6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9" creationId="{42F68A81-35CD-434A-BB3E-40D39B9CAC0D}"/>
          </ac:spMkLst>
        </pc:spChg>
        <pc:graphicFrameChg chg="add mod modGraphic">
          <ac:chgData name="HS Lee" userId="fe101f57cd050ae5" providerId="LiveId" clId="{F87A5AE1-725F-4C71-867D-64B709B8201B}" dt="2026-10-02T01:07:09.369" v="942" actId="207"/>
          <ac:graphicFrameMkLst>
            <pc:docMk/>
            <pc:sldMk cId="680589106" sldId="263"/>
            <ac:graphicFrameMk id="22" creationId="{D975B2ED-992E-5512-11E7-22EDF9B43A0C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9T06:46:18.903" v="813" actId="20577"/>
        <pc:sldMkLst>
          <pc:docMk/>
          <pc:sldMk cId="1324147163" sldId="264"/>
        </pc:sldMkLst>
        <pc:spChg chg="mod">
          <ac:chgData name="HS Lee" userId="fe101f57cd050ae5" providerId="LiveId" clId="{F87A5AE1-725F-4C71-867D-64B709B8201B}" dt="2026-09-22T08:37:48.425" v="562" actId="1076"/>
          <ac:spMkLst>
            <pc:docMk/>
            <pc:sldMk cId="1324147163" sldId="264"/>
            <ac:spMk id="8" creationId="{E29578BC-6B60-4081-86B8-43CCAB941E2F}"/>
          </ac:spMkLst>
        </pc:spChg>
        <pc:spChg chg="mod">
          <ac:chgData name="HS Lee" userId="fe101f57cd050ae5" providerId="LiveId" clId="{F87A5AE1-725F-4C71-867D-64B709B8201B}" dt="2026-09-29T06:46:18.903" v="813" actId="20577"/>
          <ac:spMkLst>
            <pc:docMk/>
            <pc:sldMk cId="1324147163" sldId="264"/>
            <ac:spMk id="12" creationId="{D6B06131-2813-4C25-81BD-39675292C8A2}"/>
          </ac:spMkLst>
        </pc:spChg>
        <pc:spChg chg="mod">
          <ac:chgData name="HS Lee" userId="fe101f57cd050ae5" providerId="LiveId" clId="{F87A5AE1-725F-4C71-867D-64B709B8201B}" dt="2026-09-29T06:46:11.748" v="807" actId="20577"/>
          <ac:spMkLst>
            <pc:docMk/>
            <pc:sldMk cId="1324147163" sldId="264"/>
            <ac:spMk id="16" creationId="{FE99DEF5-8C23-461B-AB78-A35916CBE251}"/>
          </ac:spMkLst>
        </pc:spChg>
        <pc:spChg chg="mod">
          <ac:chgData name="HS Lee" userId="fe101f57cd050ae5" providerId="LiveId" clId="{F87A5AE1-725F-4C71-867D-64B709B8201B}" dt="2026-09-22T08:38:21.909" v="577" actId="20577"/>
          <ac:spMkLst>
            <pc:docMk/>
            <pc:sldMk cId="1324147163" sldId="264"/>
            <ac:spMk id="20" creationId="{4DED8009-8588-4970-A3B9-02AB5A568031}"/>
          </ac:spMkLst>
        </pc:spChg>
        <pc:spChg chg="mod">
          <ac:chgData name="HS Lee" userId="fe101f57cd050ae5" providerId="LiveId" clId="{F87A5AE1-725F-4C71-867D-64B709B8201B}" dt="2026-09-22T08:33:07.876" v="321" actId="20577"/>
          <ac:spMkLst>
            <pc:docMk/>
            <pc:sldMk cId="1324147163" sldId="264"/>
            <ac:spMk id="21" creationId="{1E4375E8-C643-4D11-9098-7BB1007F853A}"/>
          </ac:spMkLst>
        </pc:spChg>
        <pc:spChg chg="add del mod">
          <ac:chgData name="HS Lee" userId="fe101f57cd050ae5" providerId="LiveId" clId="{F87A5AE1-725F-4C71-867D-64B709B8201B}" dt="2026-09-22T08:34:03.153" v="400" actId="20577"/>
          <ac:spMkLst>
            <pc:docMk/>
            <pc:sldMk cId="1324147163" sldId="264"/>
            <ac:spMk id="22" creationId="{7C35C978-BB73-42B0-BA54-0287ACA71559}"/>
          </ac:spMkLst>
        </pc:spChg>
        <pc:spChg chg="mod">
          <ac:chgData name="HS Lee" userId="fe101f57cd050ae5" providerId="LiveId" clId="{F87A5AE1-725F-4C71-867D-64B709B8201B}" dt="2026-09-29T06:46:07.073" v="802" actId="20577"/>
          <ac:spMkLst>
            <pc:docMk/>
            <pc:sldMk cId="1324147163" sldId="264"/>
            <ac:spMk id="23" creationId="{00000000-0000-0000-0000-000000000000}"/>
          </ac:spMkLst>
        </pc:spChg>
      </pc:sldChg>
      <pc:sldChg chg="modSp mod modNotesTx">
        <pc:chgData name="HS Lee" userId="fe101f57cd050ae5" providerId="LiveId" clId="{F87A5AE1-725F-4C71-867D-64B709B8201B}" dt="2026-10-02T01:07:03.687" v="941" actId="207"/>
        <pc:sldMkLst>
          <pc:docMk/>
          <pc:sldMk cId="1718042341" sldId="266"/>
        </pc:sldMkLst>
        <pc:spChg chg="mod">
          <ac:chgData name="HS Lee" userId="fe101f57cd050ae5" providerId="LiveId" clId="{F87A5AE1-725F-4C71-867D-64B709B8201B}" dt="2026-09-22T05:12:38.345" v="34"/>
          <ac:spMkLst>
            <pc:docMk/>
            <pc:sldMk cId="1718042341" sldId="266"/>
            <ac:spMk id="25" creationId="{CC8A6AC3-95D0-465D-9EE1-98CA96391471}"/>
          </ac:spMkLst>
        </pc:spChg>
        <pc:graphicFrameChg chg="mod modGraphic">
          <ac:chgData name="HS Lee" userId="fe101f57cd050ae5" providerId="LiveId" clId="{F87A5AE1-725F-4C71-867D-64B709B8201B}" dt="2026-10-02T01:07:03.687" v="941" actId="207"/>
          <ac:graphicFrameMkLst>
            <pc:docMk/>
            <pc:sldMk cId="1718042341" sldId="266"/>
            <ac:graphicFrameMk id="26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8:30:49.019" v="244" actId="20577"/>
          <ac:graphicFrameMkLst>
            <pc:docMk/>
            <pc:sldMk cId="1718042341" sldId="266"/>
            <ac:graphicFrameMk id="42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9T08:23:42.427" v="867" actId="1076"/>
        <pc:sldMkLst>
          <pc:docMk/>
          <pc:sldMk cId="1617373114" sldId="267"/>
        </pc:sldMkLst>
        <pc:spChg chg="mod">
          <ac:chgData name="HS Lee" userId="fe101f57cd050ae5" providerId="LiveId" clId="{F87A5AE1-725F-4C71-867D-64B709B8201B}" dt="2026-09-29T06:48:10.970" v="833" actId="20577"/>
          <ac:spMkLst>
            <pc:docMk/>
            <pc:sldMk cId="1617373114" sldId="267"/>
            <ac:spMk id="14" creationId="{0A407705-AF7B-41AB-826E-36C98E1CDEF3}"/>
          </ac:spMkLst>
        </pc:spChg>
        <pc:spChg chg="mod">
          <ac:chgData name="HS Lee" userId="fe101f57cd050ae5" providerId="LiveId" clId="{F87A5AE1-725F-4C71-867D-64B709B8201B}" dt="2026-09-22T08:30:56.024" v="247" actId="20577"/>
          <ac:spMkLst>
            <pc:docMk/>
            <pc:sldMk cId="1617373114" sldId="267"/>
            <ac:spMk id="18" creationId="{4C56C78D-FDA4-432D-86F0-6456A4432D0A}"/>
          </ac:spMkLst>
        </pc:spChg>
        <pc:spChg chg="mod">
          <ac:chgData name="HS Lee" userId="fe101f57cd050ae5" providerId="LiveId" clId="{F87A5AE1-725F-4C71-867D-64B709B8201B}" dt="2026-09-22T08:36:36.304" v="532" actId="20577"/>
          <ac:spMkLst>
            <pc:docMk/>
            <pc:sldMk cId="1617373114" sldId="267"/>
            <ac:spMk id="26" creationId="{697C0A23-5A3B-47CD-9F83-A84A6E1FE852}"/>
          </ac:spMkLst>
        </pc:spChg>
        <pc:spChg chg="mod">
          <ac:chgData name="HS Lee" userId="fe101f57cd050ae5" providerId="LiveId" clId="{F87A5AE1-725F-4C71-867D-64B709B8201B}" dt="2026-09-29T08:23:42.427" v="867" actId="1076"/>
          <ac:spMkLst>
            <pc:docMk/>
            <pc:sldMk cId="1617373114" sldId="267"/>
            <ac:spMk id="29" creationId="{8779BEDA-84DB-41E4-91C8-5F6C0203CA90}"/>
          </ac:spMkLst>
        </pc:spChg>
      </pc:sldChg>
      <pc:sldChg chg="modSp mod modNotesTx">
        <pc:chgData name="HS Lee" userId="fe101f57cd050ae5" providerId="LiveId" clId="{F87A5AE1-725F-4C71-867D-64B709B8201B}" dt="2026-10-02T04:18:23.153" v="958" actId="20577"/>
        <pc:sldMkLst>
          <pc:docMk/>
          <pc:sldMk cId="1773010398" sldId="268"/>
        </pc:sldMkLst>
        <pc:graphicFrameChg chg="modGraphic">
          <ac:chgData name="HS Lee" userId="fe101f57cd050ae5" providerId="LiveId" clId="{F87A5AE1-725F-4C71-867D-64B709B8201B}" dt="2026-10-02T04:18:23.153" v="958" actId="20577"/>
          <ac:graphicFrameMkLst>
            <pc:docMk/>
            <pc:sldMk cId="1773010398" sldId="268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4:49.788" v="408" actId="20577"/>
        <pc:sldMkLst>
          <pc:docMk/>
          <pc:sldMk cId="1496418721" sldId="269"/>
        </pc:sldMkLst>
        <pc:spChg chg="mod">
          <ac:chgData name="HS Lee" userId="fe101f57cd050ae5" providerId="LiveId" clId="{F87A5AE1-725F-4C71-867D-64B709B8201B}" dt="2026-09-22T08:34:49.788" v="408" actId="20577"/>
          <ac:spMkLst>
            <pc:docMk/>
            <pc:sldMk cId="1496418721" sldId="269"/>
            <ac:spMk id="13" creationId="{34250AA8-0E2B-493F-861A-A4EC4ADB6DEE}"/>
          </ac:spMkLst>
        </pc:spChg>
      </pc:sldChg>
      <pc:sldChg chg="modSp mod modNotesTx">
        <pc:chgData name="HS Lee" userId="fe101f57cd050ae5" providerId="LiveId" clId="{F87A5AE1-725F-4C71-867D-64B709B8201B}" dt="2026-10-02T07:21:44.403" v="960" actId="207"/>
        <pc:sldMkLst>
          <pc:docMk/>
          <pc:sldMk cId="862970887" sldId="270"/>
        </pc:sldMkLst>
        <pc:spChg chg="mod">
          <ac:chgData name="HS Lee" userId="fe101f57cd050ae5" providerId="LiveId" clId="{F87A5AE1-725F-4C71-867D-64B709B8201B}" dt="2026-09-22T05:12:47.181" v="35"/>
          <ac:spMkLst>
            <pc:docMk/>
            <pc:sldMk cId="862970887" sldId="270"/>
            <ac:spMk id="25" creationId="{93D4A4AD-4EA3-4C78-9351-EB798BB91B7F}"/>
          </ac:spMkLst>
        </pc:spChg>
        <pc:graphicFrameChg chg="mod modGraphic">
          <ac:chgData name="HS Lee" userId="fe101f57cd050ae5" providerId="LiveId" clId="{F87A5AE1-725F-4C71-867D-64B709B8201B}" dt="2026-10-02T07:21:44.403" v="960" actId="207"/>
          <ac:graphicFrameMkLst>
            <pc:docMk/>
            <pc:sldMk cId="862970887" sldId="270"/>
            <ac:graphicFrameMk id="26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8:34:54.633" v="411" actId="20577"/>
          <ac:graphicFrameMkLst>
            <pc:docMk/>
            <pc:sldMk cId="862970887" sldId="270"/>
            <ac:graphicFrameMk id="42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9T08:23:54.414" v="869" actId="1076"/>
        <pc:sldMkLst>
          <pc:docMk/>
          <pc:sldMk cId="533660823" sldId="271"/>
        </pc:sldMkLst>
        <pc:spChg chg="mod">
          <ac:chgData name="HS Lee" userId="fe101f57cd050ae5" providerId="LiveId" clId="{F87A5AE1-725F-4C71-867D-64B709B8201B}" dt="2026-09-29T06:48:41.555" v="841" actId="20577"/>
          <ac:spMkLst>
            <pc:docMk/>
            <pc:sldMk cId="533660823" sldId="271"/>
            <ac:spMk id="14" creationId="{FC7A0538-F204-48A7-8FB3-C47354B00BB6}"/>
          </ac:spMkLst>
        </pc:spChg>
        <pc:spChg chg="mod">
          <ac:chgData name="HS Lee" userId="fe101f57cd050ae5" providerId="LiveId" clId="{F87A5AE1-725F-4C71-867D-64B709B8201B}" dt="2026-09-22T08:36:11.897" v="524" actId="20577"/>
          <ac:spMkLst>
            <pc:docMk/>
            <pc:sldMk cId="533660823" sldId="271"/>
            <ac:spMk id="17" creationId="{1EDEFCF0-B1C0-49FA-930C-72A5D96D7E92}"/>
          </ac:spMkLst>
        </pc:spChg>
        <pc:spChg chg="mod">
          <ac:chgData name="HS Lee" userId="fe101f57cd050ae5" providerId="LiveId" clId="{F87A5AE1-725F-4C71-867D-64B709B8201B}" dt="2026-09-22T08:35:58.669" v="521" actId="20577"/>
          <ac:spMkLst>
            <pc:docMk/>
            <pc:sldMk cId="533660823" sldId="271"/>
            <ac:spMk id="25" creationId="{A7CE5C2E-4097-417C-93A3-4CA512BEBBCD}"/>
          </ac:spMkLst>
        </pc:spChg>
        <pc:spChg chg="mod">
          <ac:chgData name="HS Lee" userId="fe101f57cd050ae5" providerId="LiveId" clId="{F87A5AE1-725F-4C71-867D-64B709B8201B}" dt="2026-09-29T08:23:54.414" v="869" actId="1076"/>
          <ac:spMkLst>
            <pc:docMk/>
            <pc:sldMk cId="533660823" sldId="271"/>
            <ac:spMk id="28" creationId="{C017AF51-92D5-4899-822E-0079F5D91488}"/>
          </ac:spMkLst>
        </pc:spChg>
      </pc:sldChg>
      <pc:sldChg chg="modSp mod modNotesTx">
        <pc:chgData name="HS Lee" userId="fe101f57cd050ae5" providerId="LiveId" clId="{F87A5AE1-725F-4C71-867D-64B709B8201B}" dt="2026-10-02T04:18:11.653" v="954" actId="20577"/>
        <pc:sldMkLst>
          <pc:docMk/>
          <pc:sldMk cId="671936539" sldId="272"/>
        </pc:sldMkLst>
        <pc:graphicFrameChg chg="modGraphic">
          <ac:chgData name="HS Lee" userId="fe101f57cd050ae5" providerId="LiveId" clId="{F87A5AE1-725F-4C71-867D-64B709B8201B}" dt="2026-10-02T04:18:11.653" v="954" actId="20577"/>
          <ac:graphicFrameMkLst>
            <pc:docMk/>
            <pc:sldMk cId="671936539" sldId="272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6:59.705" v="538" actId="20577"/>
        <pc:sldMkLst>
          <pc:docMk/>
          <pc:sldMk cId="464566104" sldId="273"/>
        </pc:sldMkLst>
        <pc:spChg chg="mod">
          <ac:chgData name="HS Lee" userId="fe101f57cd050ae5" providerId="LiveId" clId="{F87A5AE1-725F-4C71-867D-64B709B8201B}" dt="2026-09-22T08:36:59.705" v="538" actId="20577"/>
          <ac:spMkLst>
            <pc:docMk/>
            <pc:sldMk cId="464566104" sldId="273"/>
            <ac:spMk id="13" creationId="{DFB31108-0D5E-4F72-87C7-2FEEE916D39B}"/>
          </ac:spMkLst>
        </pc:spChg>
      </pc:sldChg>
      <pc:sldChg chg="modSp mod modNotesTx">
        <pc:chgData name="HS Lee" userId="fe101f57cd050ae5" providerId="LiveId" clId="{F87A5AE1-725F-4C71-867D-64B709B8201B}" dt="2026-09-22T05:59:03.509" v="124"/>
        <pc:sldMkLst>
          <pc:docMk/>
          <pc:sldMk cId="1505674550" sldId="275"/>
        </pc:sldMkLst>
        <pc:spChg chg="mod">
          <ac:chgData name="HS Lee" userId="fe101f57cd050ae5" providerId="LiveId" clId="{F87A5AE1-725F-4C71-867D-64B709B8201B}" dt="2026-09-22T05:59:03.509" v="124"/>
          <ac:spMkLst>
            <pc:docMk/>
            <pc:sldMk cId="1505674550" sldId="275"/>
            <ac:spMk id="23" creationId="{EED741E1-D456-4B8E-8ABD-0551D026C627}"/>
          </ac:spMkLst>
        </pc:spChg>
      </pc:sldChg>
      <pc:sldChg chg="modSp mod modNotesTx">
        <pc:chgData name="HS Lee" userId="fe101f57cd050ae5" providerId="LiveId" clId="{F87A5AE1-725F-4C71-867D-64B709B8201B}" dt="2026-09-22T08:41:49.498" v="620" actId="27918"/>
        <pc:sldMkLst>
          <pc:docMk/>
          <pc:sldMk cId="237366556" sldId="276"/>
        </pc:sldMkLst>
        <pc:spChg chg="mod">
          <ac:chgData name="HS Lee" userId="fe101f57cd050ae5" providerId="LiveId" clId="{F87A5AE1-725F-4C71-867D-64B709B8201B}" dt="2026-09-22T05:59:07.638" v="139"/>
          <ac:spMkLst>
            <pc:docMk/>
            <pc:sldMk cId="237366556" sldId="276"/>
            <ac:spMk id="23" creationId="{3EA2C1FC-0375-41F1-927C-1A15FD7C47BA}"/>
          </ac:spMkLst>
        </pc:spChg>
        <pc:graphicFrameChg chg="mod">
          <ac:chgData name="HS Lee" userId="fe101f57cd050ae5" providerId="LiveId" clId="{F87A5AE1-725F-4C71-867D-64B709B8201B}" dt="2026-09-22T08:40:52.163" v="602" actId="20577"/>
          <ac:graphicFrameMkLst>
            <pc:docMk/>
            <pc:sldMk cId="237366556" sldId="276"/>
            <ac:graphicFrameMk id="25" creationId="{00000000-0000-0000-0000-000000000000}"/>
          </ac:graphicFrameMkLst>
        </pc:graphicFrameChg>
      </pc:sldChg>
      <pc:sldChg chg="delSp mod modNotesTx">
        <pc:chgData name="HS Lee" userId="fe101f57cd050ae5" providerId="LiveId" clId="{F87A5AE1-725F-4C71-867D-64B709B8201B}" dt="2026-09-22T05:27:40.255" v="70" actId="20577"/>
        <pc:sldMkLst>
          <pc:docMk/>
          <pc:sldMk cId="1901354060" sldId="277"/>
        </pc:sldMkLst>
      </pc:sldChg>
      <pc:sldChg chg="modSp mod modNotesTx">
        <pc:chgData name="HS Lee" userId="fe101f57cd050ae5" providerId="LiveId" clId="{F87A5AE1-725F-4C71-867D-64B709B8201B}" dt="2026-09-22T06:32:43.617" v="218" actId="14100"/>
        <pc:sldMkLst>
          <pc:docMk/>
          <pc:sldMk cId="1226091884" sldId="278"/>
        </pc:sldMkLst>
        <pc:spChg chg="mod">
          <ac:chgData name="HS Lee" userId="fe101f57cd050ae5" providerId="LiveId" clId="{F87A5AE1-725F-4C71-867D-64B709B8201B}" dt="2026-09-22T05:58:45.957" v="109"/>
          <ac:spMkLst>
            <pc:docMk/>
            <pc:sldMk cId="1226091884" sldId="278"/>
            <ac:spMk id="19" creationId="{9DA96514-31CD-46BA-A756-445D12D75864}"/>
          </ac:spMkLst>
        </pc:spChg>
        <pc:graphicFrameChg chg="mod modGraphic">
          <ac:chgData name="HS Lee" userId="fe101f57cd050ae5" providerId="LiveId" clId="{F87A5AE1-725F-4C71-867D-64B709B8201B}" dt="2026-09-22T06:32:43.617" v="218" actId="14100"/>
          <ac:graphicFrameMkLst>
            <pc:docMk/>
            <pc:sldMk cId="1226091884" sldId="278"/>
            <ac:graphicFrameMk id="20" creationId="{00000000-0000-0000-0000-000000000000}"/>
          </ac:graphicFrameMkLst>
        </pc:graphicFrameChg>
        <pc:graphicFrameChg chg="mod">
          <ac:chgData name="HS Lee" userId="fe101f57cd050ae5" providerId="LiveId" clId="{F87A5AE1-725F-4C71-867D-64B709B8201B}" dt="2026-09-22T02:20:07.315" v="4" actId="1076"/>
          <ac:graphicFrameMkLst>
            <pc:docMk/>
            <pc:sldMk cId="1226091884" sldId="278"/>
            <ac:graphicFrameMk id="34" creationId="{00000000-0000-0000-0000-000000000000}"/>
          </ac:graphicFrameMkLst>
        </pc:graphicFrameChg>
      </pc:sldChg>
      <pc:sldChg chg="modSp mod modNotesTx">
        <pc:chgData name="HS Lee" userId="fe101f57cd050ae5" providerId="LiveId" clId="{F87A5AE1-725F-4C71-867D-64B709B8201B}" dt="2026-09-22T06:32:51.853" v="220" actId="14100"/>
        <pc:sldMkLst>
          <pc:docMk/>
          <pc:sldMk cId="324739158" sldId="279"/>
        </pc:sldMkLst>
        <pc:spChg chg="mod">
          <ac:chgData name="HS Lee" userId="fe101f57cd050ae5" providerId="LiveId" clId="{F87A5AE1-725F-4C71-867D-64B709B8201B}" dt="2026-09-22T05:58:39.348" v="108"/>
          <ac:spMkLst>
            <pc:docMk/>
            <pc:sldMk cId="324739158" sldId="279"/>
            <ac:spMk id="19" creationId="{0DCE23A8-34BA-4E9E-92C1-BFF1CC0E4325}"/>
          </ac:spMkLst>
        </pc:spChg>
        <pc:graphicFrameChg chg="mod modGraphic">
          <ac:chgData name="HS Lee" userId="fe101f57cd050ae5" providerId="LiveId" clId="{F87A5AE1-725F-4C71-867D-64B709B8201B}" dt="2026-09-22T06:32:51.853" v="220" actId="14100"/>
          <ac:graphicFrameMkLst>
            <pc:docMk/>
            <pc:sldMk cId="324739158" sldId="279"/>
            <ac:graphicFrameMk id="20" creationId="{00000000-0000-0000-0000-000000000000}"/>
          </ac:graphicFrameMkLst>
        </pc:graphicFrameChg>
        <pc:graphicFrameChg chg="mod">
          <ac:chgData name="HS Lee" userId="fe101f57cd050ae5" providerId="LiveId" clId="{F87A5AE1-725F-4C71-867D-64B709B8201B}" dt="2026-09-22T02:19:37.675" v="3" actId="1076"/>
          <ac:graphicFrameMkLst>
            <pc:docMk/>
            <pc:sldMk cId="324739158" sldId="279"/>
            <ac:graphicFrameMk id="34" creationId="{00000000-0000-0000-0000-000000000000}"/>
          </ac:graphicFrameMkLst>
        </pc:graphicFrameChg>
      </pc:sldChg>
      <pc:sldChg chg="delSp mod modNotesTx">
        <pc:chgData name="HS Lee" userId="fe101f57cd050ae5" providerId="LiveId" clId="{F87A5AE1-725F-4C71-867D-64B709B8201B}" dt="2026-09-22T05:27:45.698" v="73" actId="20577"/>
        <pc:sldMkLst>
          <pc:docMk/>
          <pc:sldMk cId="46918833" sldId="280"/>
        </pc:sldMkLst>
      </pc:sldChg>
      <pc:sldChg chg="modSp mod modNotesTx">
        <pc:chgData name="HS Lee" userId="fe101f57cd050ae5" providerId="LiveId" clId="{F87A5AE1-725F-4C71-867D-64B709B8201B}" dt="2026-09-22T05:27:48.694" v="75" actId="20577"/>
        <pc:sldMkLst>
          <pc:docMk/>
          <pc:sldMk cId="1180431279" sldId="281"/>
        </pc:sldMkLst>
        <pc:spChg chg="mod">
          <ac:chgData name="HS Lee" userId="fe101f57cd050ae5" providerId="LiveId" clId="{F87A5AE1-725F-4C71-867D-64B709B8201B}" dt="2026-09-22T05:13:04.378" v="40" actId="20577"/>
          <ac:spMkLst>
            <pc:docMk/>
            <pc:sldMk cId="1180431279" sldId="281"/>
            <ac:spMk id="25" creationId="{6698C2CB-40FA-4232-BA33-53E6D14F1B3B}"/>
          </ac:spMkLst>
        </pc:spChg>
      </pc:sldChg>
      <pc:sldChg chg="delSp mod modNotesTx">
        <pc:chgData name="HS Lee" userId="fe101f57cd050ae5" providerId="LiveId" clId="{F87A5AE1-725F-4C71-867D-64B709B8201B}" dt="2026-09-22T05:27:54.234" v="76" actId="20577"/>
        <pc:sldMkLst>
          <pc:docMk/>
          <pc:sldMk cId="728902111" sldId="282"/>
        </pc:sldMkLst>
      </pc:sldChg>
      <pc:sldChg chg="modSp mod modNotesTx">
        <pc:chgData name="HS Lee" userId="fe101f57cd050ae5" providerId="LiveId" clId="{F87A5AE1-725F-4C71-867D-64B709B8201B}" dt="2026-10-02T02:56:45.603" v="950"/>
        <pc:sldMkLst>
          <pc:docMk/>
          <pc:sldMk cId="1152061778" sldId="283"/>
        </pc:sldMkLst>
        <pc:spChg chg="mod">
          <ac:chgData name="HS Lee" userId="fe101f57cd050ae5" providerId="LiveId" clId="{F87A5AE1-725F-4C71-867D-64B709B8201B}" dt="2026-10-02T02:56:45.603" v="950"/>
          <ac:spMkLst>
            <pc:docMk/>
            <pc:sldMk cId="1152061778" sldId="283"/>
            <ac:spMk id="19" creationId="{5C34F157-E9DA-4C81-9FCA-1806A7C12478}"/>
          </ac:spMkLst>
        </pc:spChg>
        <pc:graphicFrameChg chg="modGraphic">
          <ac:chgData name="HS Lee" userId="fe101f57cd050ae5" providerId="LiveId" clId="{F87A5AE1-725F-4C71-867D-64B709B8201B}" dt="2026-09-22T06:33:23.751" v="222" actId="14100"/>
          <ac:graphicFrameMkLst>
            <pc:docMk/>
            <pc:sldMk cId="1152061778" sldId="283"/>
            <ac:graphicFrameMk id="20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6:46:25.879" v="231" actId="1076"/>
          <ac:graphicFrameMkLst>
            <pc:docMk/>
            <pc:sldMk cId="1152061778" sldId="283"/>
            <ac:graphicFrameMk id="34" creationId="{00000000-0000-0000-0000-000000000000}"/>
          </ac:graphicFrameMkLst>
        </pc:graphicFrameChg>
      </pc:sldChg>
      <pc:sldChg chg="modSp mod modNotesTx">
        <pc:chgData name="HS Lee" userId="fe101f57cd050ae5" providerId="LiveId" clId="{F87A5AE1-725F-4C71-867D-64B709B8201B}" dt="2026-09-22T06:46:14.789" v="230" actId="1076"/>
        <pc:sldMkLst>
          <pc:docMk/>
          <pc:sldMk cId="2099066916" sldId="284"/>
        </pc:sldMkLst>
        <pc:spChg chg="mod">
          <ac:chgData name="HS Lee" userId="fe101f57cd050ae5" providerId="LiveId" clId="{F87A5AE1-725F-4C71-867D-64B709B8201B}" dt="2026-09-22T05:56:44.881" v="89"/>
          <ac:spMkLst>
            <pc:docMk/>
            <pc:sldMk cId="2099066916" sldId="284"/>
            <ac:spMk id="19" creationId="{F1FE1416-8521-469A-8155-7D732FF3FDD8}"/>
          </ac:spMkLst>
        </pc:spChg>
        <pc:graphicFrameChg chg="modGraphic">
          <ac:chgData name="HS Lee" userId="fe101f57cd050ae5" providerId="LiveId" clId="{F87A5AE1-725F-4C71-867D-64B709B8201B}" dt="2026-09-22T06:33:33.553" v="224" actId="14100"/>
          <ac:graphicFrameMkLst>
            <pc:docMk/>
            <pc:sldMk cId="2099066916" sldId="284"/>
            <ac:graphicFrameMk id="20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6:46:14.789" v="230" actId="1076"/>
          <ac:graphicFrameMkLst>
            <pc:docMk/>
            <pc:sldMk cId="2099066916" sldId="284"/>
            <ac:graphicFrameMk id="34" creationId="{00000000-0000-0000-0000-000000000000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2T05:27:59.495" v="79" actId="20577"/>
        <pc:sldMkLst>
          <pc:docMk/>
          <pc:sldMk cId="1279931627" sldId="285"/>
        </pc:sldMkLst>
      </pc:sldChg>
      <pc:sldChg chg="modSp modNotesTx">
        <pc:chgData name="HS Lee" userId="fe101f57cd050ae5" providerId="LiveId" clId="{F87A5AE1-725F-4C71-867D-64B709B8201B}" dt="2026-09-22T05:28:01.103" v="80" actId="20577"/>
        <pc:sldMkLst>
          <pc:docMk/>
          <pc:sldMk cId="526506332" sldId="286"/>
        </pc:sldMkLst>
        <pc:spChg chg="mod">
          <ac:chgData name="HS Lee" userId="fe101f57cd050ae5" providerId="LiveId" clId="{F87A5AE1-725F-4C71-867D-64B709B8201B}" dt="2026-09-22T05:13:16.227" v="41"/>
          <ac:spMkLst>
            <pc:docMk/>
            <pc:sldMk cId="526506332" sldId="286"/>
            <ac:spMk id="25" creationId="{38206E4A-2871-4818-A96D-52DD52CB4E72}"/>
          </ac:spMkLst>
        </pc:spChg>
      </pc:sldChg>
      <pc:sldChg chg="delSp mod modNotesTx">
        <pc:chgData name="HS Lee" userId="fe101f57cd050ae5" providerId="LiveId" clId="{F87A5AE1-725F-4C71-867D-64B709B8201B}" dt="2026-09-22T05:28:02.876" v="81" actId="20577"/>
        <pc:sldMkLst>
          <pc:docMk/>
          <pc:sldMk cId="1477696021" sldId="28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월별 불량율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총생산량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Sheet1!$A$2:$A$8</c:f>
              <c:numCache>
                <c:formatCode>mmm\-yy</c:formatCode>
                <c:ptCount val="7"/>
                <c:pt idx="0">
                  <c:v>45839</c:v>
                </c:pt>
                <c:pt idx="1">
                  <c:v>45870</c:v>
                </c:pt>
                <c:pt idx="2">
                  <c:v>45901</c:v>
                </c:pt>
                <c:pt idx="3">
                  <c:v>45931</c:v>
                </c:pt>
                <c:pt idx="4">
                  <c:v>45962</c:v>
                </c:pt>
                <c:pt idx="5">
                  <c:v>45992</c:v>
                </c:pt>
                <c:pt idx="6">
                  <c:v>46023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276200</c:v>
                </c:pt>
                <c:pt idx="1">
                  <c:v>276650</c:v>
                </c:pt>
                <c:pt idx="2">
                  <c:v>275540</c:v>
                </c:pt>
                <c:pt idx="3">
                  <c:v>268480</c:v>
                </c:pt>
                <c:pt idx="4">
                  <c:v>278420</c:v>
                </c:pt>
                <c:pt idx="5">
                  <c:v>275200</c:v>
                </c:pt>
                <c:pt idx="6">
                  <c:v>275082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9A-4812-8579-A0C4FF53FC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불량수량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Sheet1!$A$2:$A$8</c:f>
              <c:numCache>
                <c:formatCode>mmm\-yy</c:formatCode>
                <c:ptCount val="7"/>
                <c:pt idx="0">
                  <c:v>45839</c:v>
                </c:pt>
                <c:pt idx="1">
                  <c:v>45870</c:v>
                </c:pt>
                <c:pt idx="2">
                  <c:v>45901</c:v>
                </c:pt>
                <c:pt idx="3">
                  <c:v>45931</c:v>
                </c:pt>
                <c:pt idx="4">
                  <c:v>45962</c:v>
                </c:pt>
                <c:pt idx="5">
                  <c:v>45992</c:v>
                </c:pt>
                <c:pt idx="6">
                  <c:v>46023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932</c:v>
                </c:pt>
                <c:pt idx="1">
                  <c:v>890</c:v>
                </c:pt>
                <c:pt idx="2">
                  <c:v>670</c:v>
                </c:pt>
                <c:pt idx="3">
                  <c:v>866</c:v>
                </c:pt>
                <c:pt idx="4">
                  <c:v>850</c:v>
                </c:pt>
                <c:pt idx="5">
                  <c:v>832</c:v>
                </c:pt>
                <c:pt idx="6">
                  <c:v>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9A-4812-8579-A0C4FF53FC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974155920"/>
        <c:axId val="97415928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불량율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Sheet1!$A$2:$A$8</c:f>
              <c:numCache>
                <c:formatCode>mmm\-yy</c:formatCode>
                <c:ptCount val="7"/>
                <c:pt idx="0">
                  <c:v>45839</c:v>
                </c:pt>
                <c:pt idx="1">
                  <c:v>45870</c:v>
                </c:pt>
                <c:pt idx="2">
                  <c:v>45901</c:v>
                </c:pt>
                <c:pt idx="3">
                  <c:v>45931</c:v>
                </c:pt>
                <c:pt idx="4">
                  <c:v>45962</c:v>
                </c:pt>
                <c:pt idx="5">
                  <c:v>45992</c:v>
                </c:pt>
                <c:pt idx="6">
                  <c:v>46023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0.33743664011585811</c:v>
                </c:pt>
                <c:pt idx="1">
                  <c:v>0.32170612687511296</c:v>
                </c:pt>
                <c:pt idx="2">
                  <c:v>0.24315888800174201</c:v>
                </c:pt>
                <c:pt idx="3">
                  <c:v>0.32255661501787841</c:v>
                </c:pt>
                <c:pt idx="4">
                  <c:v>0.30529415990230585</c:v>
                </c:pt>
                <c:pt idx="5">
                  <c:v>0.30232558139534882</c:v>
                </c:pt>
                <c:pt idx="6">
                  <c:v>0.30536349161340981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9A-4812-8579-A0C4FF53FC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0139744"/>
        <c:axId val="650144544"/>
      </c:lineChart>
      <c:dateAx>
        <c:axId val="974155920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74159280"/>
        <c:crosses val="autoZero"/>
        <c:auto val="1"/>
        <c:lblOffset val="100"/>
        <c:baseTimeUnit val="months"/>
      </c:dateAx>
      <c:valAx>
        <c:axId val="974159280"/>
        <c:scaling>
          <c:orientation val="minMax"/>
          <c:max val="283420"/>
          <c:min val="2584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74155920"/>
        <c:crosses val="autoZero"/>
        <c:crossBetween val="between"/>
      </c:valAx>
      <c:valAx>
        <c:axId val="650144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50139744"/>
        <c:crosses val="max"/>
        <c:crossBetween val="between"/>
      </c:valAx>
      <c:dateAx>
        <c:axId val="650139744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650144544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ko-KR" altLang="en-US" sz="105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월 평균 시간당 생산량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3813">
              <a:solidFill>
                <a:srgbClr val="4472C4"/>
              </a:solidFill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B71-4A16-B4A0-3DC207FF6680}"/>
                </c:ext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B71-4A16-B4A0-3DC207FF6680}"/>
                </c:ext>
              </c:extLst>
            </c:dLbl>
            <c:dLbl>
              <c:idx val="8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71-4A16-B4A0-3DC207FF6680}"/>
                </c:ext>
              </c:extLst>
            </c:dLbl>
            <c:dLbl>
              <c:idx val="1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B71-4A16-B4A0-3DC207FF6680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8D8EE38B-9AF3-468A-8582-1DA4B6DAD140}" type="VALUE">
                      <a:rPr lang="en-US" altLang="ko-KR" smtClean="0"/>
                      <a:pPr/>
                      <a:t>[VALUE]</a:t>
                    </a:fld>
                    <a:endParaRPr lang="ko-KR" altLang="en-US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440-4382-A953-442A86C622F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444444"/>
                    </a:solidFill>
                    <a:latin typeface="맑은 고딕"/>
                    <a:ea typeface="맑은 고딕"/>
                    <a:cs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1379</c:v>
                </c:pt>
                <c:pt idx="1">
                  <c:v>1385</c:v>
                </c:pt>
                <c:pt idx="2">
                  <c:v>1366</c:v>
                </c:pt>
                <c:pt idx="3">
                  <c:v>1372</c:v>
                </c:pt>
                <c:pt idx="4">
                  <c:v>1361</c:v>
                </c:pt>
                <c:pt idx="5">
                  <c:v>1380</c:v>
                </c:pt>
                <c:pt idx="6">
                  <c:v>1388</c:v>
                </c:pt>
                <c:pt idx="7">
                  <c:v>1376</c:v>
                </c:pt>
                <c:pt idx="8">
                  <c:v>1369</c:v>
                </c:pt>
                <c:pt idx="9">
                  <c:v>1358</c:v>
                </c:pt>
                <c:pt idx="10">
                  <c:v>1363</c:v>
                </c:pt>
                <c:pt idx="11">
                  <c:v>1381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B71-4A16-B4A0-3DC207FF668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AAAAAA"/>
            </a:solidFill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4763">
              <a:solidFill>
                <a:srgbClr val="DEDE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825" dirty="0">
                    <a:latin typeface="맑은 고딕"/>
                    <a:ea typeface="맑은 고딕"/>
                    <a:cs typeface="맑은 고딕"/>
                  </a:rPr>
                  <a:t>시간당 생산량 </a:t>
                </a:r>
                <a:r>
                  <a:rPr lang="en-US" altLang="ko-KR" sz="825" dirty="0">
                    <a:latin typeface="맑은 고딕"/>
                    <a:ea typeface="맑은 고딕"/>
                    <a:cs typeface="맑은 고딕"/>
                  </a:rPr>
                  <a:t>(</a:t>
                </a:r>
                <a:r>
                  <a:rPr lang="ko-KR" altLang="en-US" sz="825" dirty="0">
                    <a:latin typeface="맑은 고딕"/>
                    <a:ea typeface="맑은 고딕"/>
                    <a:cs typeface="맑은 고딕"/>
                  </a:rPr>
                  <a:t>개</a:t>
                </a:r>
                <a:r>
                  <a:rPr lang="en-US" altLang="ko-KR" sz="825" dirty="0">
                    <a:latin typeface="맑은 고딕"/>
                    <a:ea typeface="맑은 고딕"/>
                    <a:cs typeface="맑은 고딕"/>
                  </a:rPr>
                  <a:t>)</a:t>
                </a:r>
              </a:p>
            </c:rich>
          </c:tx>
          <c:overlay val="0"/>
        </c:title>
        <c:numFmt formatCode="#,##0_);[Red]\(#,##0\)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40307-F2C6-41A3-9B75-611B11C3ED26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07DCE-6E58-44C2-A759-C30A29141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50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07DCE-6E58-44C2-A759-C30A2914113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386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FE67-E10A-4AFF-AF40-834DCACBC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1BB10-3DE2-4C4A-AE11-2B98A7ED7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클릭하여 마스터 부제목 스타일 편집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67A68-9CF4-445F-974F-99B121FBA6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B2D35-384A-455E-B82D-34096CDEA7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EDA46-EC90-41AA-B015-DB7CF2375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047A-97FE-4D9B-BE91-911DD7E0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97F74-DF9E-45B9-BC6A-D3B5CE46D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BC50F-3EA3-43AB-937E-B7ABFD669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6BC39-3BF1-450E-B0C6-81F1A3ADFD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495A-2422-4EE2-BD13-F2ABA2A943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EE3A-FEBC-4F22-A8BF-A8F46494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9FBA3-54E1-4A87-BDC9-06DE417FD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9C993-87E1-4F47-AF61-F1022C4F6C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40DA4-9227-4373-BF7C-0AF8E2BEBC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58572-C4DB-4400-A9F0-42E6981F1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6BF5-BCE5-4BCB-8299-66501A2D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15B76-01B6-49C1-9579-54A45818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88D66-FB3D-4FCC-9088-87D030BA34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EF0EE-B818-4931-9C77-28FABED129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DCC61-4ACE-43D3-B244-42BB347304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C9215-4958-4EF4-A80C-00E72F31C9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A871-A2CC-45A0-969C-23A49AD8A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30184-4F6A-4FFD-8E59-63D8CFE22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88FBC-76C9-4797-BBF3-B305716BB5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7029A-03E9-4E5B-BBAB-1A66D6CA89D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8ACDE-EA43-48CE-A0E2-BB4385A5F44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0F6B1A-AE39-4DDD-B811-F37F3BE1F1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359D3-7FC4-44E1-A71C-4060A61BB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C88DBD-CB15-4B6D-B5DF-8FD9134BC6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3724-B671-4DEA-8970-78361628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DEACD-79C7-4F2B-B32E-889DEE3D34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A59DF-74B3-4078-8E46-F0AD6DA632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FC4E-58AF-4531-A765-048BDB99AA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EB68931-90A5-4745-B6EA-EBB669A421DD}"/>
              </a:ext>
            </a:extLst>
          </p:cNvPr>
          <p:cNvSpPr>
            <a:spLocks noGrp="1"/>
          </p:cNvSpPr>
          <p:nvPr/>
        </p:nvSpPr>
        <p:spPr>
          <a:xfrm>
            <a:off x="794756" y="6625494"/>
            <a:ext cx="1531188" cy="19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7559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1" b="0" i="0" u="none" cap="none" spc="0">
                <a:ln>
                  <a:noFill/>
                </a:ln>
                <a:solidFill>
                  <a:prstClr val="black"/>
                </a:solidFill>
              </a:rPr>
              <a:t>2020 WP Solutions All Rights Reserved.</a:t>
            </a:r>
          </a:p>
        </p:txBody>
      </p:sp>
      <p:pic>
        <p:nvPicPr>
          <p:cNvPr id="3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4998" y="6544305"/>
            <a:ext cx="569759" cy="320675"/>
          </a:xfrm>
          <a:prstGeom prst="rect">
            <a:avLst/>
          </a:prstGeom>
          <a:ln>
            <a:noFill/>
          </a:ln>
        </p:spPr>
      </p:pic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00AB26FE-F838-4FEB-A605-FF480A322EED}"/>
              </a:ext>
            </a:extLst>
          </p:cNvPr>
          <p:cNvSpPr>
            <a:spLocks noGrp="1"/>
          </p:cNvSpPr>
          <p:nvPr/>
        </p:nvSpPr>
        <p:spPr>
          <a:xfrm>
            <a:off x="219509" y="6527477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1BF565-49B0-43F9-A092-C413B5FC9FBA}"/>
              </a:ext>
            </a:extLst>
          </p:cNvPr>
          <p:cNvSpPr>
            <a:spLocks noGrp="1"/>
          </p:cNvSpPr>
          <p:nvPr/>
        </p:nvSpPr>
        <p:spPr>
          <a:xfrm>
            <a:off x="209937" y="864067"/>
            <a:ext cx="9486121" cy="5572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64" tIns="47883" rIns="95764" bIns="47883" anchor="ctr"/>
          <a:lstStyle/>
          <a:p>
            <a:pPr algn="ctr">
              <a:buNone/>
            </a:pPr>
            <a:endParaRPr sz="1100">
              <a:latin typeface="+mj-ea"/>
              <a:ea typeface="+mj-ea"/>
              <a:cs typeface="+mj-ea"/>
            </a:endParaRP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991365F4-AEE0-4FBD-8D8A-1ED5A8469CE6}"/>
              </a:ext>
            </a:extLst>
          </p:cNvPr>
          <p:cNvSpPr>
            <a:spLocks noGrp="1"/>
          </p:cNvSpPr>
          <p:nvPr/>
        </p:nvSpPr>
        <p:spPr>
          <a:xfrm>
            <a:off x="210800" y="1249959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39512141-2951-4BA5-B5D7-FA90475E1E52}"/>
              </a:ext>
            </a:extLst>
          </p:cNvPr>
          <p:cNvSpPr>
            <a:spLocks noGrp="1"/>
          </p:cNvSpPr>
          <p:nvPr/>
        </p:nvSpPr>
        <p:spPr>
          <a:xfrm>
            <a:off x="210800" y="1549218"/>
            <a:ext cx="14513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95D2B4-7187-46F6-997A-9CB91EBE6B37}"/>
              </a:ext>
            </a:extLst>
          </p:cNvPr>
          <p:cNvSpPr>
            <a:spLocks noGrp="1"/>
          </p:cNvSpPr>
          <p:nvPr/>
        </p:nvSpPr>
        <p:spPr>
          <a:xfrm>
            <a:off x="219509" y="1287822"/>
            <a:ext cx="14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00" b="1"/>
              <a:t>조회조건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E23B85C-2D55-4B55-AF0E-BE1EAEF841A0}"/>
              </a:ext>
            </a:extLst>
          </p:cNvPr>
          <p:cNvSpPr>
            <a:spLocks noGrp="1"/>
          </p:cNvSpPr>
          <p:nvPr/>
        </p:nvSpPr>
        <p:spPr>
          <a:xfrm>
            <a:off x="1670853" y="1246909"/>
            <a:ext cx="0" cy="51816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2C0A873E-DBF3-4157-94B7-14094EC4F999}"/>
              </a:ext>
            </a:extLst>
          </p:cNvPr>
          <p:cNvSpPr>
            <a:spLocks noGrp="1"/>
          </p:cNvSpPr>
          <p:nvPr/>
        </p:nvSpPr>
        <p:spPr>
          <a:xfrm>
            <a:off x="1762293" y="1246909"/>
            <a:ext cx="0" cy="51816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7742D-B4E1-4E0E-91CC-258CCB61B02D}"/>
              </a:ext>
            </a:extLst>
          </p:cNvPr>
          <p:cNvSpPr>
            <a:spLocks noGrp="1"/>
          </p:cNvSpPr>
          <p:nvPr/>
        </p:nvSpPr>
        <p:spPr>
          <a:xfrm>
            <a:off x="1581681" y="3815541"/>
            <a:ext cx="338554" cy="180499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r>
              <a:rPr sz="100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</a:p>
        </p:txBody>
      </p:sp>
      <p:graphicFrame>
        <p:nvGraphicFramePr>
          <p:cNvPr id="41" name="Group 3"/>
          <p:cNvGraphicFramePr/>
          <p:nvPr/>
        </p:nvGraphicFramePr>
        <p:xfrm>
          <a:off x="209938" y="469743"/>
          <a:ext cx="9486123" cy="288032"/>
        </p:xfrm>
        <a:graphic>
          <a:graphicData uri="http://schemas.openxmlformats.org/drawingml/2006/table">
            <a:tbl>
              <a:tblPr/>
              <a:tblGrid>
                <a:gridCol w="711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4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7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94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프로그램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화면명</a:t>
                      </a:r>
                      <a:endParaRPr sz="900" b="1" i="0" u="none" cap="none" baseline="3000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작성일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EBE88E8-5EF7-4CAB-AB91-CD4D3EA5752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4822" y="498994"/>
            <a:ext cx="108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96AF73D4-A25F-4AB4-B7C6-E2000919B54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83506" y="501414"/>
            <a:ext cx="144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BA77D3F8-0354-4F8C-A685-0C57E9FCE0E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016244" y="501701"/>
            <a:ext cx="16488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6" name="텍스트 개체 틀 22">
            <a:extLst>
              <a:ext uri="{FF2B5EF4-FFF2-40B4-BE49-F238E27FC236}">
                <a16:creationId xmlns:a16="http://schemas.microsoft.com/office/drawing/2014/main" id="{0D45C1D7-EDFF-434B-8CF8-CAF63F33CF7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934926" y="501701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작성자 입력</a:t>
            </a:r>
          </a:p>
        </p:txBody>
      </p:sp>
      <p:sp>
        <p:nvSpPr>
          <p:cNvPr id="28" name="텍스트 개체 틀 22">
            <a:extLst>
              <a:ext uri="{FF2B5EF4-FFF2-40B4-BE49-F238E27FC236}">
                <a16:creationId xmlns:a16="http://schemas.microsoft.com/office/drawing/2014/main" id="{8DB2DC04-8C3F-4253-88E3-DFDAB17EAB7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445048" y="498993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작성일자 입력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85FA1FA-684A-4FB6-9DBA-97DF61AC2E9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9938" y="865762"/>
            <a:ext cx="9486123" cy="5572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>
              <a:buNone/>
              <a:defRPr sz="100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>
              <a:buNone/>
            </a:pPr>
            <a:r>
              <a:t>기능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08C64C-E5A9-4006-8387-E68101088500}"/>
              </a:ext>
            </a:extLst>
          </p:cNvPr>
          <p:cNvSpPr>
            <a:spLocks noGrp="1"/>
          </p:cNvSpPr>
          <p:nvPr/>
        </p:nvSpPr>
        <p:spPr>
          <a:xfrm>
            <a:off x="794756" y="6625494"/>
            <a:ext cx="1531188" cy="19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7559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1" b="0" i="0" u="none" cap="none" spc="0">
                <a:ln>
                  <a:noFill/>
                </a:ln>
                <a:solidFill>
                  <a:prstClr val="black"/>
                </a:solidFill>
              </a:rPr>
              <a:t>2020 WP Solutions All Rights Reserved.</a:t>
            </a:r>
          </a:p>
        </p:txBody>
      </p:sp>
      <p:pic>
        <p:nvPicPr>
          <p:cNvPr id="3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4998" y="6544305"/>
            <a:ext cx="569759" cy="320675"/>
          </a:xfrm>
          <a:prstGeom prst="rect">
            <a:avLst/>
          </a:prstGeom>
          <a:ln>
            <a:noFill/>
          </a:ln>
        </p:spPr>
      </p:pic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B44FBDF4-13AE-4138-B09E-90F80E4C6527}"/>
              </a:ext>
            </a:extLst>
          </p:cNvPr>
          <p:cNvSpPr>
            <a:spLocks noGrp="1"/>
          </p:cNvSpPr>
          <p:nvPr/>
        </p:nvSpPr>
        <p:spPr>
          <a:xfrm>
            <a:off x="219509" y="6527477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graphicFrame>
        <p:nvGraphicFramePr>
          <p:cNvPr id="34" name="Group 3"/>
          <p:cNvGraphicFramePr/>
          <p:nvPr/>
        </p:nvGraphicFramePr>
        <p:xfrm>
          <a:off x="209938" y="469743"/>
          <a:ext cx="9486123" cy="288032"/>
        </p:xfrm>
        <a:graphic>
          <a:graphicData uri="http://schemas.openxmlformats.org/drawingml/2006/table">
            <a:tbl>
              <a:tblPr/>
              <a:tblGrid>
                <a:gridCol w="711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4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7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94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프로그램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화면명</a:t>
                      </a:r>
                      <a:endParaRPr sz="900" b="1" i="0" u="none" cap="none" baseline="3000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작성일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텍스트 개체 틀 22">
            <a:extLst>
              <a:ext uri="{FF2B5EF4-FFF2-40B4-BE49-F238E27FC236}">
                <a16:creationId xmlns:a16="http://schemas.microsoft.com/office/drawing/2014/main" id="{BA6236CB-6833-4A53-88C4-05586782E7D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4822" y="498994"/>
            <a:ext cx="108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9" name="텍스트 개체 틀 22">
            <a:extLst>
              <a:ext uri="{FF2B5EF4-FFF2-40B4-BE49-F238E27FC236}">
                <a16:creationId xmlns:a16="http://schemas.microsoft.com/office/drawing/2014/main" id="{169005A4-45AE-4BFA-ACD9-B4BCD9D6859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83506" y="501414"/>
            <a:ext cx="144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0" name="텍스트 개체 틀 22">
            <a:extLst>
              <a:ext uri="{FF2B5EF4-FFF2-40B4-BE49-F238E27FC236}">
                <a16:creationId xmlns:a16="http://schemas.microsoft.com/office/drawing/2014/main" id="{8EA9F150-868D-4608-8C19-D38E3950729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016244" y="501701"/>
            <a:ext cx="16488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6" name="텍스트 개체 틀 22">
            <a:extLst>
              <a:ext uri="{FF2B5EF4-FFF2-40B4-BE49-F238E27FC236}">
                <a16:creationId xmlns:a16="http://schemas.microsoft.com/office/drawing/2014/main" id="{FF14F9E7-D44D-43D8-BFA7-86E6DDA9C6B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934926" y="501701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작성자 입력</a:t>
            </a:r>
          </a:p>
        </p:txBody>
      </p:sp>
      <p:sp>
        <p:nvSpPr>
          <p:cNvPr id="27" name="텍스트 개체 틀 22">
            <a:extLst>
              <a:ext uri="{FF2B5EF4-FFF2-40B4-BE49-F238E27FC236}">
                <a16:creationId xmlns:a16="http://schemas.microsoft.com/office/drawing/2014/main" id="{5BD7CBC9-099F-4264-BE30-B2AA3067B7D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445048" y="498993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작성일자 입력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FCE4-2CDC-4291-AA03-39A46F5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C26B-CFD8-433E-825D-90252C16E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CD184-60F5-47CF-8E24-364FC80E3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84CC5-1B48-4A07-89AB-E1FEBB21CA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D4BB4-385A-4727-818A-C88D962381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42F12-1965-4679-AEB4-6520364557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3382-7C70-4E75-BC71-92BDD5CE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1F6BD-442A-470F-8FDC-09AFE527D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그림을 추가하려면 아이콘을 클릭하십시오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82358-C7C9-41AB-9DBC-24B42506BC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6F5CC-9E7A-4928-B3B5-586720569C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05E63-2680-41E2-B215-F8132B287F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7C047-1251-49AA-8BCE-EEEA654896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C394-927E-4990-8694-A20AD90A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F7840-24BA-4F6E-9F16-D4129D67D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09754-1BF5-4D53-880D-01EB26584D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AAB4E-C51E-4C5E-AC29-19099BE41A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2BB46-7FBB-4970-87AC-181847BB90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A14D8-FEDB-4014-9317-097368FC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FB053-A439-4486-BD89-38D406D7D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2421E-44CA-468B-869B-6C6CC52A35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3B4B1-3DA2-4FE7-AC40-9B2CDB8A94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B20F9-7EBB-41A3-9B7E-8D9F573455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1C900-E037-48A5-B66E-D85472C0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01114-1870-42E5-A9E7-F9068C252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0D9AD-9152-488B-ACD0-1A09E988773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A4825-A4F5-43D6-9310-882D04076807}" type="datetimeFigureOut">
              <a:t>2026-10-26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A5DCA-1D04-4D80-B05B-D9DE43A8FD6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CBE7D-46D9-4A7F-AD50-797A608351D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539C6-12F8-4C50-A7C1-3522AABA524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10" Type="http://schemas.openxmlformats.org/officeDocument/2006/relationships/image" Target="../media/image14.png"/><Relationship Id="rId4" Type="http://schemas.microsoft.com/office/2007/relationships/hdphoto" Target="../media/hdphoto2.wdp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088466130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  <a:cs typeface="+mn-ea"/>
                        </a:rPr>
                        <a:t>이준호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4" name="Rectangle 111">
            <a:extLst>
              <a:ext uri="{FF2B5EF4-FFF2-40B4-BE49-F238E27FC236}">
                <a16:creationId xmlns:a16="http://schemas.microsoft.com/office/drawing/2014/main" id="{13F14F47-9936-455D-B1D5-A37593DD5C02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처리 화면 설계</a:t>
            </a:r>
          </a:p>
        </p:txBody>
      </p:sp>
      <p:sp>
        <p:nvSpPr>
          <p:cNvPr id="5" name="Rectangle 111">
            <a:extLst>
              <a:ext uri="{FF2B5EF4-FFF2-40B4-BE49-F238E27FC236}">
                <a16:creationId xmlns:a16="http://schemas.microsoft.com/office/drawing/2014/main" id="{A4D145B1-D19D-4D24-9EE9-C759DDF0845E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sp>
        <p:nvSpPr>
          <p:cNvPr id="7" name="직선 연결선 2">
            <a:extLst>
              <a:ext uri="{FF2B5EF4-FFF2-40B4-BE49-F238E27FC236}">
                <a16:creationId xmlns:a16="http://schemas.microsoft.com/office/drawing/2014/main" id="{95F9702D-E4A3-4447-BAC0-159CEDC24E2A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8">
            <a:extLst>
              <a:ext uri="{FF2B5EF4-FFF2-40B4-BE49-F238E27FC236}">
                <a16:creationId xmlns:a16="http://schemas.microsoft.com/office/drawing/2014/main" id="{3AA334F4-DE04-8E76-9046-EB3F082E4F87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9">
            <a:extLst>
              <a:ext uri="{FF2B5EF4-FFF2-40B4-BE49-F238E27FC236}">
                <a16:creationId xmlns:a16="http://schemas.microsoft.com/office/drawing/2014/main" id="{660152D2-95EE-4A43-398E-116EA8D25DEC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96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646662073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B2730F23-7FA0-4CCB-9D1C-A77083661D6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940D5768-2B97-48AA-95AD-0D744EE28B00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B7C48400-F6C9-4FCA-A131-BE11A0BE182A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A1613598-E1D0-4984-BB2A-AE3141B43478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AC4880D1-10E9-44DC-919B-3FBD6E8A8B5E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7BD7279F-49AB-40E4-99C4-12230A4B8A27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323663A6-D50E-4948-83EB-4BA66330A4A1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C7F2AECB-B353-471F-835C-EABAB4B84891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1F7D84E0-C9B2-4554-9AB5-EA3FCF0CEBBC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764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4D55C073-7221-44EC-B977-E07D6B3DFD9A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DAE0FAE4-11DE-4521-8BB2-997B23B316C0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D8B37A1C-EB91-4A4B-A322-930C3190703E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07E3E645-C28C-4354-9BAD-ED2A574F49E2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E6A5305B-9BFA-4581-A170-DD812A4738FA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데이터">
            <a:extLst>
              <a:ext uri="{FF2B5EF4-FFF2-40B4-BE49-F238E27FC236}">
                <a16:creationId xmlns:a16="http://schemas.microsoft.com/office/drawing/2014/main" id="{C53DF9CF-F0BB-4F87-AD73-29AACCED6288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2E0896C7-E2AD-4B30-90A6-7CFC3BAE7C3C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8DC71AD0-2EFD-4EBD-94F9-7A4F22E2EE1B}"/>
              </a:ext>
            </a:extLst>
          </p:cNvPr>
          <p:cNvSpPr>
            <a:spLocks noGrp="1"/>
          </p:cNvSpPr>
          <p:nvPr/>
        </p:nvSpPr>
        <p:spPr>
          <a:xfrm>
            <a:off x="1295400" y="588473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CDA51283-FE70-4820-AAFE-3AE47CBC1A97}"/>
              </a:ext>
            </a:extLst>
          </p:cNvPr>
          <p:cNvSpPr>
            <a:spLocks noGrp="1"/>
          </p:cNvSpPr>
          <p:nvPr/>
        </p:nvSpPr>
        <p:spPr>
          <a:xfrm>
            <a:off x="1390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99326C53-938A-45B3-A5AC-0704CC707D3C}"/>
              </a:ext>
            </a:extLst>
          </p:cNvPr>
          <p:cNvSpPr>
            <a:spLocks noGrp="1"/>
          </p:cNvSpPr>
          <p:nvPr/>
        </p:nvSpPr>
        <p:spPr>
          <a:xfrm>
            <a:off x="1619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B3C905E3-1941-4991-A576-AB60FB919563}"/>
              </a:ext>
            </a:extLst>
          </p:cNvPr>
          <p:cNvSpPr>
            <a:spLocks noGrp="1"/>
          </p:cNvSpPr>
          <p:nvPr/>
        </p:nvSpPr>
        <p:spPr>
          <a:xfrm>
            <a:off x="1876425" y="589425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784EA0D7-4DE4-4B64-96C4-CC26480A59DB}"/>
              </a:ext>
            </a:extLst>
          </p:cNvPr>
          <p:cNvSpPr>
            <a:spLocks noGrp="1"/>
          </p:cNvSpPr>
          <p:nvPr/>
        </p:nvSpPr>
        <p:spPr>
          <a:xfrm>
            <a:off x="1847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ACD98A6D-6DC9-4392-ABA1-65848BF1CCCF}"/>
              </a:ext>
            </a:extLst>
          </p:cNvPr>
          <p:cNvSpPr>
            <a:spLocks noGrp="1"/>
          </p:cNvSpPr>
          <p:nvPr/>
        </p:nvSpPr>
        <p:spPr>
          <a:xfrm>
            <a:off x="2076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93A9F60-EFBD-4D13-8E23-8466B7631615}"/>
              </a:ext>
            </a:extLst>
          </p:cNvPr>
          <p:cNvSpPr>
            <a:spLocks noGrp="1"/>
          </p:cNvSpPr>
          <p:nvPr/>
        </p:nvSpPr>
        <p:spPr>
          <a:xfrm>
            <a:off x="23050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7895BEC6-EFFC-4348-AFE5-B3AC1449AB59}"/>
              </a:ext>
            </a:extLst>
          </p:cNvPr>
          <p:cNvSpPr>
            <a:spLocks noGrp="1"/>
          </p:cNvSpPr>
          <p:nvPr/>
        </p:nvSpPr>
        <p:spPr>
          <a:xfrm>
            <a:off x="2533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E41E3159-0107-47AC-9860-F7B9E76458B3}"/>
              </a:ext>
            </a:extLst>
          </p:cNvPr>
          <p:cNvSpPr>
            <a:spLocks noGrp="1"/>
          </p:cNvSpPr>
          <p:nvPr/>
        </p:nvSpPr>
        <p:spPr>
          <a:xfrm>
            <a:off x="2762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BDFBDE4-2F73-4B71-9226-F06136856A10}"/>
              </a:ext>
            </a:extLst>
          </p:cNvPr>
          <p:cNvSpPr>
            <a:spLocks noGrp="1"/>
          </p:cNvSpPr>
          <p:nvPr/>
        </p:nvSpPr>
        <p:spPr>
          <a:xfrm>
            <a:off x="2990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91EA46CF-D39C-46C6-859E-ADFB98B9770E}"/>
              </a:ext>
            </a:extLst>
          </p:cNvPr>
          <p:cNvSpPr>
            <a:spLocks noGrp="1"/>
          </p:cNvSpPr>
          <p:nvPr/>
        </p:nvSpPr>
        <p:spPr>
          <a:xfrm>
            <a:off x="3219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B4209CFC-DE48-4E6C-89B6-A2F1CF941583}"/>
              </a:ext>
            </a:extLst>
          </p:cNvPr>
          <p:cNvSpPr>
            <a:spLocks noGrp="1"/>
          </p:cNvSpPr>
          <p:nvPr/>
        </p:nvSpPr>
        <p:spPr>
          <a:xfrm>
            <a:off x="8105775" y="589425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21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DE6EDA68-0FC2-10E0-F684-B06A72E42BDC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7E2C1FBD-2504-C5AE-7864-FED57AB4228E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281FEBA5-6AD4-EDA9-74EB-C9CDA7EE1611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1C1287A2-DA55-51D3-3A53-5B9997751ADF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D2139E5E-FF23-434C-9A7D-B0EEA4C0C5F6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2A75ED12-8E04-7D53-A792-27E572FF400B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0DE1AA49-A288-CAB8-FB4A-F4B951F6F338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B7D9F345-4FE2-3309-BBA4-9C3FDF938DC5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489C0215-F07D-2DA1-97C2-DD1F69119E77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C624840E-E46D-6D29-9888-6A41B2F14359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85">
            <a:extLst>
              <a:ext uri="{FF2B5EF4-FFF2-40B4-BE49-F238E27FC236}">
                <a16:creationId xmlns:a16="http://schemas.microsoft.com/office/drawing/2014/main" id="{392715A5-6DEF-F7D8-BF30-DF305A1790E4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66" name="Freeform 86">
              <a:extLst>
                <a:ext uri="{FF2B5EF4-FFF2-40B4-BE49-F238E27FC236}">
                  <a16:creationId xmlns:a16="http://schemas.microsoft.com/office/drawing/2014/main" id="{A4192688-E54B-D312-4FD9-A7698D8F3163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87">
              <a:extLst>
                <a:ext uri="{FF2B5EF4-FFF2-40B4-BE49-F238E27FC236}">
                  <a16:creationId xmlns:a16="http://schemas.microsoft.com/office/drawing/2014/main" id="{B1131B8C-1FA8-525B-4DF8-D8994E512915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/>
            </a:p>
          </p:txBody>
        </p:sp>
      </p:grpSp>
      <p:sp>
        <p:nvSpPr>
          <p:cNvPr id="68" name="Freeform 88">
            <a:extLst>
              <a:ext uri="{FF2B5EF4-FFF2-40B4-BE49-F238E27FC236}">
                <a16:creationId xmlns:a16="http://schemas.microsoft.com/office/drawing/2014/main" id="{FB4CA5FC-52C3-4B59-906F-6D28A1CF24E5}"/>
              </a:ext>
            </a:extLst>
          </p:cNvPr>
          <p:cNvSpPr/>
          <p:nvPr/>
        </p:nvSpPr>
        <p:spPr>
          <a:xfrm>
            <a:off x="2626330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89">
            <a:extLst>
              <a:ext uri="{FF2B5EF4-FFF2-40B4-BE49-F238E27FC236}">
                <a16:creationId xmlns:a16="http://schemas.microsoft.com/office/drawing/2014/main" id="{656042DA-C690-38D4-A88A-70C6C7FF241F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70" name="Freeform 90">
              <a:extLst>
                <a:ext uri="{FF2B5EF4-FFF2-40B4-BE49-F238E27FC236}">
                  <a16:creationId xmlns:a16="http://schemas.microsoft.com/office/drawing/2014/main" id="{064C51C2-B11A-B638-273E-F359A8C653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1" name="Freeform 91">
            <a:extLst>
              <a:ext uri="{FF2B5EF4-FFF2-40B4-BE49-F238E27FC236}">
                <a16:creationId xmlns:a16="http://schemas.microsoft.com/office/drawing/2014/main" id="{0103B701-75CD-E92F-C6F0-6109F0921A8B}"/>
              </a:ext>
            </a:extLst>
          </p:cNvPr>
          <p:cNvSpPr/>
          <p:nvPr/>
        </p:nvSpPr>
        <p:spPr>
          <a:xfrm>
            <a:off x="3823909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2" name="Group 92">
            <a:extLst>
              <a:ext uri="{FF2B5EF4-FFF2-40B4-BE49-F238E27FC236}">
                <a16:creationId xmlns:a16="http://schemas.microsoft.com/office/drawing/2014/main" id="{A9AADA34-8236-7BB4-954D-B3B702FBC30F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73" name="Freeform 93">
              <a:extLst>
                <a:ext uri="{FF2B5EF4-FFF2-40B4-BE49-F238E27FC236}">
                  <a16:creationId xmlns:a16="http://schemas.microsoft.com/office/drawing/2014/main" id="{64F0CB9A-267B-5796-9892-AEA6333241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4" name="Group 94">
            <a:extLst>
              <a:ext uri="{FF2B5EF4-FFF2-40B4-BE49-F238E27FC236}">
                <a16:creationId xmlns:a16="http://schemas.microsoft.com/office/drawing/2014/main" id="{973B20E9-8497-FFA9-00AD-DE9076AE5D35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5" name="Freeform 95">
              <a:extLst>
                <a:ext uri="{FF2B5EF4-FFF2-40B4-BE49-F238E27FC236}">
                  <a16:creationId xmlns:a16="http://schemas.microsoft.com/office/drawing/2014/main" id="{2267CCF8-0AEF-3846-7512-BE53C090CAA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6" name="Group 96">
            <a:extLst>
              <a:ext uri="{FF2B5EF4-FFF2-40B4-BE49-F238E27FC236}">
                <a16:creationId xmlns:a16="http://schemas.microsoft.com/office/drawing/2014/main" id="{C61223D8-472F-EB34-7B52-C79C3E26AD53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7" name="Freeform 97">
              <a:extLst>
                <a:ext uri="{FF2B5EF4-FFF2-40B4-BE49-F238E27FC236}">
                  <a16:creationId xmlns:a16="http://schemas.microsoft.com/office/drawing/2014/main" id="{28818C14-841E-4EDB-A968-AB67C8CB9C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8" name="Freeform 98">
            <a:extLst>
              <a:ext uri="{FF2B5EF4-FFF2-40B4-BE49-F238E27FC236}">
                <a16:creationId xmlns:a16="http://schemas.microsoft.com/office/drawing/2014/main" id="{3E77FF1D-2D64-728E-3E2A-6B1FD28BD797}"/>
              </a:ext>
            </a:extLst>
          </p:cNvPr>
          <p:cNvSpPr/>
          <p:nvPr/>
        </p:nvSpPr>
        <p:spPr>
          <a:xfrm>
            <a:off x="8614228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Freeform 99">
            <a:extLst>
              <a:ext uri="{FF2B5EF4-FFF2-40B4-BE49-F238E27FC236}">
                <a16:creationId xmlns:a16="http://schemas.microsoft.com/office/drawing/2014/main" id="{A0C62243-2CC7-4687-BBB0-DC7771E59CEF}"/>
              </a:ext>
            </a:extLst>
          </p:cNvPr>
          <p:cNvSpPr/>
          <p:nvPr/>
        </p:nvSpPr>
        <p:spPr>
          <a:xfrm>
            <a:off x="2626330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0" name="Group 100">
            <a:extLst>
              <a:ext uri="{FF2B5EF4-FFF2-40B4-BE49-F238E27FC236}">
                <a16:creationId xmlns:a16="http://schemas.microsoft.com/office/drawing/2014/main" id="{5C8ACC43-B49F-A873-A971-E03DD24E07C4}"/>
              </a:ext>
            </a:extLst>
          </p:cNvPr>
          <p:cNvGrpSpPr/>
          <p:nvPr/>
        </p:nvGrpSpPr>
        <p:grpSpPr>
          <a:xfrm>
            <a:off x="1428750" y="3410583"/>
            <a:ext cx="863147" cy="863147"/>
            <a:chOff x="0" y="0"/>
            <a:chExt cx="812800" cy="812800"/>
          </a:xfrm>
        </p:grpSpPr>
        <p:sp>
          <p:nvSpPr>
            <p:cNvPr id="81" name="Freeform 101">
              <a:extLst>
                <a:ext uri="{FF2B5EF4-FFF2-40B4-BE49-F238E27FC236}">
                  <a16:creationId xmlns:a16="http://schemas.microsoft.com/office/drawing/2014/main" id="{D9877F5A-7816-1BC4-D03E-E596B710F5F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2" name="Freeform 102">
            <a:extLst>
              <a:ext uri="{FF2B5EF4-FFF2-40B4-BE49-F238E27FC236}">
                <a16:creationId xmlns:a16="http://schemas.microsoft.com/office/drawing/2014/main" id="{4E129FAF-65CC-56EB-4EAE-1CC7C9352F9A}"/>
              </a:ext>
            </a:extLst>
          </p:cNvPr>
          <p:cNvSpPr/>
          <p:nvPr/>
        </p:nvSpPr>
        <p:spPr>
          <a:xfrm>
            <a:off x="3823909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3" name="Group 103">
            <a:extLst>
              <a:ext uri="{FF2B5EF4-FFF2-40B4-BE49-F238E27FC236}">
                <a16:creationId xmlns:a16="http://schemas.microsoft.com/office/drawing/2014/main" id="{40D0BAC0-CA76-2A06-3B23-DF5810F36852}"/>
              </a:ext>
            </a:extLst>
          </p:cNvPr>
          <p:cNvGrpSpPr/>
          <p:nvPr/>
        </p:nvGrpSpPr>
        <p:grpSpPr>
          <a:xfrm>
            <a:off x="5021489" y="3410583"/>
            <a:ext cx="863147" cy="863147"/>
            <a:chOff x="0" y="0"/>
            <a:chExt cx="812800" cy="812800"/>
          </a:xfrm>
        </p:grpSpPr>
        <p:sp>
          <p:nvSpPr>
            <p:cNvPr id="84" name="Freeform 104">
              <a:extLst>
                <a:ext uri="{FF2B5EF4-FFF2-40B4-BE49-F238E27FC236}">
                  <a16:creationId xmlns:a16="http://schemas.microsoft.com/office/drawing/2014/main" id="{2DA22D97-A73F-C8F8-99BB-4E9CFD6258D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5" name="Group 105">
            <a:extLst>
              <a:ext uri="{FF2B5EF4-FFF2-40B4-BE49-F238E27FC236}">
                <a16:creationId xmlns:a16="http://schemas.microsoft.com/office/drawing/2014/main" id="{EFC239D1-9ABC-046A-BFCB-4315F0D5CAE0}"/>
              </a:ext>
            </a:extLst>
          </p:cNvPr>
          <p:cNvGrpSpPr/>
          <p:nvPr/>
        </p:nvGrpSpPr>
        <p:grpSpPr>
          <a:xfrm>
            <a:off x="6219068" y="3410583"/>
            <a:ext cx="863147" cy="863147"/>
            <a:chOff x="0" y="0"/>
            <a:chExt cx="812800" cy="812800"/>
          </a:xfrm>
        </p:grpSpPr>
        <p:sp>
          <p:nvSpPr>
            <p:cNvPr id="86" name="Freeform 106">
              <a:extLst>
                <a:ext uri="{FF2B5EF4-FFF2-40B4-BE49-F238E27FC236}">
                  <a16:creationId xmlns:a16="http://schemas.microsoft.com/office/drawing/2014/main" id="{B4DC0AF8-2DBA-D859-C9ED-67B951934D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7" name="Group 107">
            <a:extLst>
              <a:ext uri="{FF2B5EF4-FFF2-40B4-BE49-F238E27FC236}">
                <a16:creationId xmlns:a16="http://schemas.microsoft.com/office/drawing/2014/main" id="{7D204746-5525-173E-D6E9-8A4C67E6D41A}"/>
              </a:ext>
            </a:extLst>
          </p:cNvPr>
          <p:cNvGrpSpPr/>
          <p:nvPr/>
        </p:nvGrpSpPr>
        <p:grpSpPr>
          <a:xfrm>
            <a:off x="7416648" y="3410583"/>
            <a:ext cx="863147" cy="863147"/>
            <a:chOff x="0" y="0"/>
            <a:chExt cx="812800" cy="812800"/>
          </a:xfrm>
        </p:grpSpPr>
        <p:sp>
          <p:nvSpPr>
            <p:cNvPr id="88" name="Freeform 108">
              <a:extLst>
                <a:ext uri="{FF2B5EF4-FFF2-40B4-BE49-F238E27FC236}">
                  <a16:creationId xmlns:a16="http://schemas.microsoft.com/office/drawing/2014/main" id="{282196E7-645E-F53E-E4A1-DE00EBF8E4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9" name="Freeform 109">
            <a:extLst>
              <a:ext uri="{FF2B5EF4-FFF2-40B4-BE49-F238E27FC236}">
                <a16:creationId xmlns:a16="http://schemas.microsoft.com/office/drawing/2014/main" id="{59836538-219E-EC3D-CD55-FA66C213632B}"/>
              </a:ext>
            </a:extLst>
          </p:cNvPr>
          <p:cNvSpPr/>
          <p:nvPr/>
        </p:nvSpPr>
        <p:spPr>
          <a:xfrm>
            <a:off x="8614228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Freeform 110">
            <a:extLst>
              <a:ext uri="{FF2B5EF4-FFF2-40B4-BE49-F238E27FC236}">
                <a16:creationId xmlns:a16="http://schemas.microsoft.com/office/drawing/2014/main" id="{0E1512A3-4993-D924-0E60-6AE3779D0063}"/>
              </a:ext>
            </a:extLst>
          </p:cNvPr>
          <p:cNvSpPr/>
          <p:nvPr/>
        </p:nvSpPr>
        <p:spPr>
          <a:xfrm>
            <a:off x="2626330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Box 111">
            <a:extLst>
              <a:ext uri="{FF2B5EF4-FFF2-40B4-BE49-F238E27FC236}">
                <a16:creationId xmlns:a16="http://schemas.microsoft.com/office/drawing/2014/main" id="{731D8BEC-0C50-77B4-6A8A-3D8C7676757B}"/>
              </a:ext>
            </a:extLst>
          </p:cNvPr>
          <p:cNvSpPr txBox="1"/>
          <p:nvPr/>
        </p:nvSpPr>
        <p:spPr>
          <a:xfrm>
            <a:off x="142875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2026-09-02-11:02:43 Lane1</a:t>
            </a:r>
          </a:p>
        </p:txBody>
      </p:sp>
      <p:sp>
        <p:nvSpPr>
          <p:cNvPr id="92" name="TextBox 112">
            <a:extLst>
              <a:ext uri="{FF2B5EF4-FFF2-40B4-BE49-F238E27FC236}">
                <a16:creationId xmlns:a16="http://schemas.microsoft.com/office/drawing/2014/main" id="{76BE8E12-E125-9EEC-BCAC-FD343E7805CF}"/>
              </a:ext>
            </a:extLst>
          </p:cNvPr>
          <p:cNvSpPr txBox="1"/>
          <p:nvPr/>
        </p:nvSpPr>
        <p:spPr>
          <a:xfrm>
            <a:off x="262633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2026-09-02-11:02:38 Lane1</a:t>
            </a:r>
          </a:p>
        </p:txBody>
      </p:sp>
      <p:sp>
        <p:nvSpPr>
          <p:cNvPr id="93" name="TextBox 113">
            <a:extLst>
              <a:ext uri="{FF2B5EF4-FFF2-40B4-BE49-F238E27FC236}">
                <a16:creationId xmlns:a16="http://schemas.microsoft.com/office/drawing/2014/main" id="{BE84B62E-998A-84CF-10A8-93DA25DB3E54}"/>
              </a:ext>
            </a:extLst>
          </p:cNvPr>
          <p:cNvSpPr txBox="1"/>
          <p:nvPr/>
        </p:nvSpPr>
        <p:spPr>
          <a:xfrm>
            <a:off x="382390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2026-09-02-11:02:33 Lane1</a:t>
            </a:r>
          </a:p>
        </p:txBody>
      </p:sp>
      <p:sp>
        <p:nvSpPr>
          <p:cNvPr id="94" name="TextBox 114">
            <a:extLst>
              <a:ext uri="{FF2B5EF4-FFF2-40B4-BE49-F238E27FC236}">
                <a16:creationId xmlns:a16="http://schemas.microsoft.com/office/drawing/2014/main" id="{8EE5D41D-FCBD-C38F-C0B9-7EF016675C4D}"/>
              </a:ext>
            </a:extLst>
          </p:cNvPr>
          <p:cNvSpPr txBox="1"/>
          <p:nvPr/>
        </p:nvSpPr>
        <p:spPr>
          <a:xfrm>
            <a:off x="502148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2026-09-02-11:02:27 Lane1</a:t>
            </a:r>
          </a:p>
        </p:txBody>
      </p:sp>
      <p:sp>
        <p:nvSpPr>
          <p:cNvPr id="95" name="TextBox 115">
            <a:extLst>
              <a:ext uri="{FF2B5EF4-FFF2-40B4-BE49-F238E27FC236}">
                <a16:creationId xmlns:a16="http://schemas.microsoft.com/office/drawing/2014/main" id="{EA12F478-488B-402F-7F02-048E65A289DF}"/>
              </a:ext>
            </a:extLst>
          </p:cNvPr>
          <p:cNvSpPr txBox="1"/>
          <p:nvPr/>
        </p:nvSpPr>
        <p:spPr>
          <a:xfrm>
            <a:off x="621906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2026-09-02-11:02:22 Lane1</a:t>
            </a:r>
          </a:p>
        </p:txBody>
      </p:sp>
      <p:sp>
        <p:nvSpPr>
          <p:cNvPr id="96" name="TextBox 116">
            <a:extLst>
              <a:ext uri="{FF2B5EF4-FFF2-40B4-BE49-F238E27FC236}">
                <a16:creationId xmlns:a16="http://schemas.microsoft.com/office/drawing/2014/main" id="{D4EB0820-8174-701D-0939-1482932F237F}"/>
              </a:ext>
            </a:extLst>
          </p:cNvPr>
          <p:cNvSpPr txBox="1"/>
          <p:nvPr/>
        </p:nvSpPr>
        <p:spPr>
          <a:xfrm>
            <a:off x="741664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2026-09-02-11:02:17 Lane1</a:t>
            </a:r>
          </a:p>
        </p:txBody>
      </p:sp>
      <p:sp>
        <p:nvSpPr>
          <p:cNvPr id="97" name="TextBox 117">
            <a:extLst>
              <a:ext uri="{FF2B5EF4-FFF2-40B4-BE49-F238E27FC236}">
                <a16:creationId xmlns:a16="http://schemas.microsoft.com/office/drawing/2014/main" id="{05C1F72B-B8D2-0160-82BD-258D8F05DD44}"/>
              </a:ext>
            </a:extLst>
          </p:cNvPr>
          <p:cNvSpPr txBox="1"/>
          <p:nvPr/>
        </p:nvSpPr>
        <p:spPr>
          <a:xfrm>
            <a:off x="861422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2026-09-02-11:02:12 Lane1</a:t>
            </a:r>
          </a:p>
        </p:txBody>
      </p:sp>
      <p:grpSp>
        <p:nvGrpSpPr>
          <p:cNvPr id="134" name="Group 154">
            <a:extLst>
              <a:ext uri="{FF2B5EF4-FFF2-40B4-BE49-F238E27FC236}">
                <a16:creationId xmlns:a16="http://schemas.microsoft.com/office/drawing/2014/main" id="{4DB61B15-4274-39B5-15EF-263E28D2D1D8}"/>
              </a:ext>
            </a:extLst>
          </p:cNvPr>
          <p:cNvGrpSpPr/>
          <p:nvPr/>
        </p:nvGrpSpPr>
        <p:grpSpPr>
          <a:xfrm>
            <a:off x="1428750" y="4566009"/>
            <a:ext cx="863147" cy="863147"/>
            <a:chOff x="0" y="0"/>
            <a:chExt cx="812800" cy="812800"/>
          </a:xfrm>
        </p:grpSpPr>
        <p:sp>
          <p:nvSpPr>
            <p:cNvPr id="135" name="Freeform 155">
              <a:extLst>
                <a:ext uri="{FF2B5EF4-FFF2-40B4-BE49-F238E27FC236}">
                  <a16:creationId xmlns:a16="http://schemas.microsoft.com/office/drawing/2014/main" id="{B97863F3-3F66-CCF9-ED39-FF01F7270E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6" name="Freeform 156">
            <a:extLst>
              <a:ext uri="{FF2B5EF4-FFF2-40B4-BE49-F238E27FC236}">
                <a16:creationId xmlns:a16="http://schemas.microsoft.com/office/drawing/2014/main" id="{26DEA721-A6CB-BD80-51CC-3B4C8EFD8F57}"/>
              </a:ext>
            </a:extLst>
          </p:cNvPr>
          <p:cNvSpPr/>
          <p:nvPr/>
        </p:nvSpPr>
        <p:spPr>
          <a:xfrm>
            <a:off x="3823909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37" name="Group 157">
            <a:extLst>
              <a:ext uri="{FF2B5EF4-FFF2-40B4-BE49-F238E27FC236}">
                <a16:creationId xmlns:a16="http://schemas.microsoft.com/office/drawing/2014/main" id="{DBBBD887-FB2E-4641-47D4-E78A30546E0E}"/>
              </a:ext>
            </a:extLst>
          </p:cNvPr>
          <p:cNvGrpSpPr/>
          <p:nvPr/>
        </p:nvGrpSpPr>
        <p:grpSpPr>
          <a:xfrm>
            <a:off x="5021489" y="4566009"/>
            <a:ext cx="863147" cy="863147"/>
            <a:chOff x="0" y="0"/>
            <a:chExt cx="812800" cy="812800"/>
          </a:xfrm>
        </p:grpSpPr>
        <p:sp>
          <p:nvSpPr>
            <p:cNvPr id="138" name="Freeform 158">
              <a:extLst>
                <a:ext uri="{FF2B5EF4-FFF2-40B4-BE49-F238E27FC236}">
                  <a16:creationId xmlns:a16="http://schemas.microsoft.com/office/drawing/2014/main" id="{513F4F78-4AF6-A123-BFFC-7BFE69DCE0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9" name="Group 159">
            <a:extLst>
              <a:ext uri="{FF2B5EF4-FFF2-40B4-BE49-F238E27FC236}">
                <a16:creationId xmlns:a16="http://schemas.microsoft.com/office/drawing/2014/main" id="{02E11A75-8E54-70A0-4187-E5965A65BB9C}"/>
              </a:ext>
            </a:extLst>
          </p:cNvPr>
          <p:cNvGrpSpPr/>
          <p:nvPr/>
        </p:nvGrpSpPr>
        <p:grpSpPr>
          <a:xfrm>
            <a:off x="6219068" y="4566009"/>
            <a:ext cx="863147" cy="863147"/>
            <a:chOff x="0" y="0"/>
            <a:chExt cx="812800" cy="812800"/>
          </a:xfrm>
        </p:grpSpPr>
        <p:sp>
          <p:nvSpPr>
            <p:cNvPr id="140" name="Freeform 160">
              <a:extLst>
                <a:ext uri="{FF2B5EF4-FFF2-40B4-BE49-F238E27FC236}">
                  <a16:creationId xmlns:a16="http://schemas.microsoft.com/office/drawing/2014/main" id="{AE420A03-2AB4-A1C3-B628-4228F492D4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1" name="Group 161">
            <a:extLst>
              <a:ext uri="{FF2B5EF4-FFF2-40B4-BE49-F238E27FC236}">
                <a16:creationId xmlns:a16="http://schemas.microsoft.com/office/drawing/2014/main" id="{A918EF5B-C5F7-6F80-B8E0-A2C6940272B4}"/>
              </a:ext>
            </a:extLst>
          </p:cNvPr>
          <p:cNvGrpSpPr/>
          <p:nvPr/>
        </p:nvGrpSpPr>
        <p:grpSpPr>
          <a:xfrm>
            <a:off x="7416648" y="4566009"/>
            <a:ext cx="863147" cy="863147"/>
            <a:chOff x="0" y="0"/>
            <a:chExt cx="812800" cy="812800"/>
          </a:xfrm>
        </p:grpSpPr>
        <p:sp>
          <p:nvSpPr>
            <p:cNvPr id="142" name="Freeform 162">
              <a:extLst>
                <a:ext uri="{FF2B5EF4-FFF2-40B4-BE49-F238E27FC236}">
                  <a16:creationId xmlns:a16="http://schemas.microsoft.com/office/drawing/2014/main" id="{69FCB15C-F661-6E94-9132-3C47167A12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3" name="Freeform 163">
            <a:extLst>
              <a:ext uri="{FF2B5EF4-FFF2-40B4-BE49-F238E27FC236}">
                <a16:creationId xmlns:a16="http://schemas.microsoft.com/office/drawing/2014/main" id="{BE71803A-918B-DEFB-2C46-933FEF896B84}"/>
              </a:ext>
            </a:extLst>
          </p:cNvPr>
          <p:cNvSpPr/>
          <p:nvPr/>
        </p:nvSpPr>
        <p:spPr>
          <a:xfrm>
            <a:off x="8614228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TextBox 165">
            <a:extLst>
              <a:ext uri="{FF2B5EF4-FFF2-40B4-BE49-F238E27FC236}">
                <a16:creationId xmlns:a16="http://schemas.microsoft.com/office/drawing/2014/main" id="{5B14E083-A1CE-E07F-7738-16FE80BA75F9}"/>
              </a:ext>
            </a:extLst>
          </p:cNvPr>
          <p:cNvSpPr txBox="1"/>
          <p:nvPr/>
        </p:nvSpPr>
        <p:spPr>
          <a:xfrm>
            <a:off x="1463040" y="1893570"/>
            <a:ext cx="12801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5" name="TextBox 166">
            <a:extLst>
              <a:ext uri="{FF2B5EF4-FFF2-40B4-BE49-F238E27FC236}">
                <a16:creationId xmlns:a16="http://schemas.microsoft.com/office/drawing/2014/main" id="{5D679111-DE5E-02CF-737F-4166D7D0EEE2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2026-09-02-11:03:55 Lane1</a:t>
            </a:r>
          </a:p>
        </p:txBody>
      </p:sp>
      <p:sp>
        <p:nvSpPr>
          <p:cNvPr id="146" name="TextBox 167">
            <a:extLst>
              <a:ext uri="{FF2B5EF4-FFF2-40B4-BE49-F238E27FC236}">
                <a16:creationId xmlns:a16="http://schemas.microsoft.com/office/drawing/2014/main" id="{5BB1707A-5DFB-1DF8-1A58-45D12C916CC4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2026-09-02-11:03:50 Lane1</a:t>
            </a:r>
          </a:p>
        </p:txBody>
      </p:sp>
      <p:sp>
        <p:nvSpPr>
          <p:cNvPr id="147" name="TextBox 168">
            <a:extLst>
              <a:ext uri="{FF2B5EF4-FFF2-40B4-BE49-F238E27FC236}">
                <a16:creationId xmlns:a16="http://schemas.microsoft.com/office/drawing/2014/main" id="{3431E2AE-2225-E26B-AB70-C0A030B3FE36}"/>
              </a:ext>
            </a:extLst>
          </p:cNvPr>
          <p:cNvSpPr txBox="1"/>
          <p:nvPr/>
        </p:nvSpPr>
        <p:spPr>
          <a:xfrm>
            <a:off x="382390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2026-09-02-11:03:45 Lane1</a:t>
            </a:r>
          </a:p>
        </p:txBody>
      </p:sp>
      <p:sp>
        <p:nvSpPr>
          <p:cNvPr id="148" name="TextBox 169">
            <a:extLst>
              <a:ext uri="{FF2B5EF4-FFF2-40B4-BE49-F238E27FC236}">
                <a16:creationId xmlns:a16="http://schemas.microsoft.com/office/drawing/2014/main" id="{29F33459-036A-65CC-A083-18CACD8361DC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2026-09-02-11:03:40 Lane1</a:t>
            </a:r>
          </a:p>
        </p:txBody>
      </p:sp>
      <p:sp>
        <p:nvSpPr>
          <p:cNvPr id="149" name="TextBox 170">
            <a:extLst>
              <a:ext uri="{FF2B5EF4-FFF2-40B4-BE49-F238E27FC236}">
                <a16:creationId xmlns:a16="http://schemas.microsoft.com/office/drawing/2014/main" id="{D9E1C6D5-9B2E-416A-57A7-B8C9202DEC95}"/>
              </a:ext>
            </a:extLst>
          </p:cNvPr>
          <p:cNvSpPr txBox="1"/>
          <p:nvPr/>
        </p:nvSpPr>
        <p:spPr>
          <a:xfrm>
            <a:off x="621906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2026-09-02-11:03:35 Lane1</a:t>
            </a:r>
          </a:p>
        </p:txBody>
      </p:sp>
      <p:sp>
        <p:nvSpPr>
          <p:cNvPr id="150" name="TextBox 171">
            <a:extLst>
              <a:ext uri="{FF2B5EF4-FFF2-40B4-BE49-F238E27FC236}">
                <a16:creationId xmlns:a16="http://schemas.microsoft.com/office/drawing/2014/main" id="{477E62E2-103A-6699-F638-361C1E4D0E48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2026-09-02-11:03:30 Lane1</a:t>
            </a:r>
          </a:p>
        </p:txBody>
      </p:sp>
      <p:sp>
        <p:nvSpPr>
          <p:cNvPr id="151" name="TextBox 172">
            <a:extLst>
              <a:ext uri="{FF2B5EF4-FFF2-40B4-BE49-F238E27FC236}">
                <a16:creationId xmlns:a16="http://schemas.microsoft.com/office/drawing/2014/main" id="{F466C785-E7FD-AA94-A27C-A232265918F9}"/>
              </a:ext>
            </a:extLst>
          </p:cNvPr>
          <p:cNvSpPr txBox="1"/>
          <p:nvPr/>
        </p:nvSpPr>
        <p:spPr>
          <a:xfrm>
            <a:off x="861422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2026-09-02-11:03:25 Lane1</a:t>
            </a:r>
          </a:p>
        </p:txBody>
      </p:sp>
      <p:sp>
        <p:nvSpPr>
          <p:cNvPr id="152" name="TextBox 173">
            <a:extLst>
              <a:ext uri="{FF2B5EF4-FFF2-40B4-BE49-F238E27FC236}">
                <a16:creationId xmlns:a16="http://schemas.microsoft.com/office/drawing/2014/main" id="{D5452EE6-6CF2-E6C3-1307-F6076BFE6CC5}"/>
              </a:ext>
            </a:extLst>
          </p:cNvPr>
          <p:cNvSpPr txBox="1"/>
          <p:nvPr/>
        </p:nvSpPr>
        <p:spPr>
          <a:xfrm>
            <a:off x="1428750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2026-09-02-11:03:19 Lane1</a:t>
            </a:r>
          </a:p>
        </p:txBody>
      </p:sp>
      <p:sp>
        <p:nvSpPr>
          <p:cNvPr id="153" name="TextBox 174">
            <a:extLst>
              <a:ext uri="{FF2B5EF4-FFF2-40B4-BE49-F238E27FC236}">
                <a16:creationId xmlns:a16="http://schemas.microsoft.com/office/drawing/2014/main" id="{FFF03ABD-A41E-62F2-92A3-13FF353D4916}"/>
              </a:ext>
            </a:extLst>
          </p:cNvPr>
          <p:cNvSpPr txBox="1"/>
          <p:nvPr/>
        </p:nvSpPr>
        <p:spPr>
          <a:xfrm>
            <a:off x="2626330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2026-09-02-11:03:14 Lane1</a:t>
            </a:r>
          </a:p>
        </p:txBody>
      </p:sp>
      <p:sp>
        <p:nvSpPr>
          <p:cNvPr id="154" name="TextBox 175">
            <a:extLst>
              <a:ext uri="{FF2B5EF4-FFF2-40B4-BE49-F238E27FC236}">
                <a16:creationId xmlns:a16="http://schemas.microsoft.com/office/drawing/2014/main" id="{55EFCCD5-DB99-C628-CBD5-5D3BD6A7B1AB}"/>
              </a:ext>
            </a:extLst>
          </p:cNvPr>
          <p:cNvSpPr txBox="1"/>
          <p:nvPr/>
        </p:nvSpPr>
        <p:spPr>
          <a:xfrm>
            <a:off x="3823909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2026-09-02-11:03:09 Lane1</a:t>
            </a:r>
          </a:p>
        </p:txBody>
      </p:sp>
      <p:sp>
        <p:nvSpPr>
          <p:cNvPr id="155" name="TextBox 176">
            <a:extLst>
              <a:ext uri="{FF2B5EF4-FFF2-40B4-BE49-F238E27FC236}">
                <a16:creationId xmlns:a16="http://schemas.microsoft.com/office/drawing/2014/main" id="{53A71DFC-6756-50FB-4F30-F0AC48C01E5B}"/>
              </a:ext>
            </a:extLst>
          </p:cNvPr>
          <p:cNvSpPr txBox="1"/>
          <p:nvPr/>
        </p:nvSpPr>
        <p:spPr>
          <a:xfrm>
            <a:off x="5021489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2026-09-02-11:03:04 Lane1</a:t>
            </a:r>
          </a:p>
        </p:txBody>
      </p:sp>
      <p:sp>
        <p:nvSpPr>
          <p:cNvPr id="156" name="TextBox 177">
            <a:extLst>
              <a:ext uri="{FF2B5EF4-FFF2-40B4-BE49-F238E27FC236}">
                <a16:creationId xmlns:a16="http://schemas.microsoft.com/office/drawing/2014/main" id="{49114B10-D6B4-DD7A-121F-F1F54B96C2E4}"/>
              </a:ext>
            </a:extLst>
          </p:cNvPr>
          <p:cNvSpPr txBox="1"/>
          <p:nvPr/>
        </p:nvSpPr>
        <p:spPr>
          <a:xfrm>
            <a:off x="621906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2026-09-02-11:02:58 Lane1</a:t>
            </a:r>
          </a:p>
        </p:txBody>
      </p:sp>
      <p:sp>
        <p:nvSpPr>
          <p:cNvPr id="157" name="TextBox 178">
            <a:extLst>
              <a:ext uri="{FF2B5EF4-FFF2-40B4-BE49-F238E27FC236}">
                <a16:creationId xmlns:a16="http://schemas.microsoft.com/office/drawing/2014/main" id="{4DAED5F8-ABC8-0ABE-7CA6-7A6BF1A4EF99}"/>
              </a:ext>
            </a:extLst>
          </p:cNvPr>
          <p:cNvSpPr txBox="1"/>
          <p:nvPr/>
        </p:nvSpPr>
        <p:spPr>
          <a:xfrm>
            <a:off x="741664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2026-09-02-11:02:53 Lane1</a:t>
            </a:r>
          </a:p>
        </p:txBody>
      </p:sp>
      <p:sp>
        <p:nvSpPr>
          <p:cNvPr id="158" name="TextBox 179">
            <a:extLst>
              <a:ext uri="{FF2B5EF4-FFF2-40B4-BE49-F238E27FC236}">
                <a16:creationId xmlns:a16="http://schemas.microsoft.com/office/drawing/2014/main" id="{EDC7E82E-2E10-CC7A-8255-BA55846A54FB}"/>
              </a:ext>
            </a:extLst>
          </p:cNvPr>
          <p:cNvSpPr txBox="1"/>
          <p:nvPr/>
        </p:nvSpPr>
        <p:spPr>
          <a:xfrm>
            <a:off x="861422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2026-09-02-11:02:48 Lane1</a:t>
            </a:r>
          </a:p>
        </p:txBody>
      </p:sp>
    </p:spTree>
    <p:extLst>
      <p:ext uri="{BB962C8B-B14F-4D97-AF65-F5344CB8AC3E}">
        <p14:creationId xmlns:p14="http://schemas.microsoft.com/office/powerpoint/2010/main" val="512529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4103995615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19EA6F4B-2829-426D-8665-ACE1FF705F95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Box 15">
            <a:extLst>
              <a:ext uri="{FF2B5EF4-FFF2-40B4-BE49-F238E27FC236}">
                <a16:creationId xmlns:a16="http://schemas.microsoft.com/office/drawing/2014/main" id="{009D8D99-6FF1-B087-C1B5-146DA0B7A584}"/>
              </a:ext>
            </a:extLst>
          </p:cNvPr>
          <p:cNvSpPr txBox="1"/>
          <p:nvPr/>
        </p:nvSpPr>
        <p:spPr>
          <a:xfrm>
            <a:off x="381000" y="838200"/>
            <a:ext cx="8324589" cy="3822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업무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각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비전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카메라에서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일자의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시작일·종료일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입력한다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일자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표시한다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 클릭 시 확대 조회가 가능하다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김발장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테두리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색으로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표시한다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초록색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테두리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정상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빨간색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테두리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선택을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통해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변경한다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일자·라인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번호·불량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설정한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뒤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아이콘을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맞는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표시한다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하단의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해당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21건씩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날짜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및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시각으로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조회하며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시각이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상단에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오도록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정렬한다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기간은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포함한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7일이다.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6일 전,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종료일은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라인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번호와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여부의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기본값은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각각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‘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전체’이며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, ‘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전체’인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코드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조건은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제한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없이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666666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예시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제공된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샘플을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사용해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AI로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생성한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4915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65317498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5A888503-B841-459E-A24C-48AC5B049E88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FE4385DA-027D-4D62-AB8D-F8FA3E9DC0CF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6A43DCE1-9527-4AE4-A906-3D49F9574DF8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3B0E2BF7-1460-44D3-BF8E-919C93AD9867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A7BDA31B-3CA9-46E3-AF93-8E52FE72C985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115589F7-0791-445E-A89E-B5D31FB1CF5E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9B850635-F117-4B5D-95F6-6E7F91F8A813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682FC2B3-3C31-434D-86A1-8E0DB34AF373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2902DA1C-4677-45DE-9D2C-0B90186BDA82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0963A54B-299D-450D-9187-C3A1DEFAAFC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66DC668E-877E-4151-AA9D-525E5D2C9941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6E41DEF7-E851-4E08-AAD3-3EE1C44E5ED4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4280E65B-CE44-4B72-8D11-377BCF0C097B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457D3244-A234-4489-9116-31CFF24E4752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3A6DA1FA-7466-475C-BC9B-F3B954E8E2C6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41D03F68-B994-4FD8-BC8E-1396CA747F85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4FAFA316-16B0-4265-B4DC-E2E4DA9441F4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46EA6CAE-F48A-45B9-9D33-8E4F9B4A6E6F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887048C7-5A48-4D7A-B551-91079CD91179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ED2E5693-5E96-4798-AB93-079DB5F94B97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B251B46B-C99B-47B9-B4AF-D20BB906BE26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77C16A11-F8A3-4DB0-AB4C-3911D4FE3C0A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9A91CA9B-E3D6-43C1-A8D8-9B652E65FFB9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6B3904B9-0068-4E0A-8788-F14935C2CBA0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1BEDCB3C-3355-4920-8783-219D8BA96EDC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9272A856-7655-E1B6-9F3B-8AF7FD2A6148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3501D783-5ECD-99FD-FB86-451A7CD1B8EB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A5BCD183-5DD2-19B5-F23F-2E9630D2BCE0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07924B89-5B1B-EF51-DE21-37CEF5FD53CA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D0B7E6D2-A875-3AA8-319E-A605C46F2BBC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13923029-76DC-5CAF-A3EE-47853E9DAA86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2AAE88F1-8134-3109-ABC8-4ABAA34C760F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470F03F4-F5ED-87B6-2DE4-34B05F06B4D6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4BF11D79-A209-97ED-AF7D-40B84448CA96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D28C0B18-3FBF-B72B-94A8-11B3C332A25A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5" name="TextBox 170">
            <a:extLst>
              <a:ext uri="{FF2B5EF4-FFF2-40B4-BE49-F238E27FC236}">
                <a16:creationId xmlns:a16="http://schemas.microsoft.com/office/drawing/2014/main" id="{EE432794-CE7B-CC7B-0AB9-138B172AC663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831F03D3-0A7B-F8F9-FA00-299D03434BB4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5313CC92-8AC4-7998-FBA2-5774622460C6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graphicFrame>
        <p:nvGraphicFramePr>
          <p:cNvPr id="26" name="학습 정보 조회">
            <a:extLst>
              <a:ext uri="{FF2B5EF4-FFF2-40B4-BE49-F238E27FC236}">
                <a16:creationId xmlns:a16="http://schemas.microsoft.com/office/drawing/2014/main" id="{D5C6E355-9B37-EC07-1D0B-E7BBF276A8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6241515"/>
              </p:ext>
            </p:extLst>
          </p:nvPr>
        </p:nvGraphicFramePr>
        <p:xfrm>
          <a:off x="1257299" y="2124075"/>
          <a:ext cx="8191499" cy="3615853"/>
        </p:xfrm>
        <a:graphic>
          <a:graphicData uri="http://schemas.openxmlformats.org/drawingml/2006/table">
            <a:tbl>
              <a:tblPr/>
              <a:tblGrid>
                <a:gridCol w="477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0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4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9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590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 이미지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촬영일시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yolo_txt</a:t>
                      </a:r>
                      <a:endParaRPr lang="en-US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1 0.344 0.692 0.079 0.125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2026-09-02-11:03:50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1 0.468 0.537 0.031 0.142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1 0.705 0.214 0.027 0.118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2026-09-02-11:03:45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False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2026-09-02-11:03:40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2,3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2 0.512 0.281 0.064 0.098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3 0.934 0.772 0.088 0.203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949"/>
                        </a:lnSpc>
                        <a:spcBef>
                          <a:spcPct val="0"/>
                        </a:spcBef>
                      </a:pP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2026-09-02-11:03:35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False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949"/>
                        </a:lnSpc>
                        <a:spcBef>
                          <a:spcPct val="0"/>
                        </a:spcBef>
                      </a:pP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2026-09-02-11:03:30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False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021845"/>
                  </a:ext>
                </a:extLst>
              </a:tr>
            </a:tbl>
          </a:graphicData>
        </a:graphic>
      </p:graphicFrame>
      <p:sp>
        <p:nvSpPr>
          <p:cNvPr id="95" name="Freeform 90">
            <a:extLst>
              <a:ext uri="{FF2B5EF4-FFF2-40B4-BE49-F238E27FC236}">
                <a16:creationId xmlns:a16="http://schemas.microsoft.com/office/drawing/2014/main" id="{33183178-9241-5DF4-064B-C2E6803BABDD}"/>
              </a:ext>
            </a:extLst>
          </p:cNvPr>
          <p:cNvSpPr/>
          <p:nvPr/>
        </p:nvSpPr>
        <p:spPr>
          <a:xfrm>
            <a:off x="2183130" y="2418093"/>
            <a:ext cx="496889" cy="49688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3" name="Freeform 90">
            <a:extLst>
              <a:ext uri="{FF2B5EF4-FFF2-40B4-BE49-F238E27FC236}">
                <a16:creationId xmlns:a16="http://schemas.microsoft.com/office/drawing/2014/main" id="{BADCCBED-99A9-576F-4163-CB6AAA55DBEC}"/>
              </a:ext>
            </a:extLst>
          </p:cNvPr>
          <p:cNvSpPr/>
          <p:nvPr/>
        </p:nvSpPr>
        <p:spPr>
          <a:xfrm>
            <a:off x="2186940" y="2978000"/>
            <a:ext cx="496889" cy="49688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5FECE2B1-E001-B7FB-9EDA-9692E8383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999" y="3537907"/>
            <a:ext cx="486020" cy="48602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22C0DF9-5308-E0C7-F660-2233EFD5AC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999" y="4099901"/>
            <a:ext cx="486020" cy="48602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E013352-341C-9718-7C78-EBF71CDB2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64" y="4658825"/>
            <a:ext cx="486020" cy="48602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010F90F2-7F89-27CC-08F0-043FD67CDE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64" y="5214549"/>
            <a:ext cx="486020" cy="48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8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47377933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전처리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2485CAF5-14D7-4A4C-B070-E62B064CC8C1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6CB64CF2-D8F5-B492-01D0-66451DA059A9}"/>
              </a:ext>
            </a:extLst>
          </p:cNvPr>
          <p:cNvSpPr txBox="1"/>
          <p:nvPr/>
        </p:nvSpPr>
        <p:spPr>
          <a:xfrm>
            <a:off x="381000" y="838200"/>
            <a:ext cx="6164580" cy="4822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업무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각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비전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카메라에서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기반으로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한 AI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학습용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조회일자의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시작일·종료일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입력한다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id,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촬영일시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불량여부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 유형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yolo_txt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를 표시한다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이미지는 클릭 시 확대 조회가 가능하다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 여부는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정상이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False,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True이다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 유형 전체 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class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는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다음과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같다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1 살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stick_offset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2 살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중간에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끊겨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stick_broken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3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thread_defection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4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본딩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본드가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김발장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안쪽까지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흘러들어옴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bond_overflow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5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broken</a:t>
            </a:r>
          </a:p>
          <a:p>
            <a:pPr marL="97155" lvl="1"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yolo_txt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는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yolo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학습을 위한 전체 레이블이다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순서는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class, x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좌표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y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좌표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width, heigh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97155" lvl="1"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 여부가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라면 불량 유형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yolo_txt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는 따로 라벨링하지 않는다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97155" lvl="1"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+++++ [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관련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주요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내용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추가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일자·라인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번호·불량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여부·불량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설정한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뒤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아이콘을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맞는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표시한다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하단의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해당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6건씩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날짜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및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시각으로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기간을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조회하며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시각이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위에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오도록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정렬한다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기간은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포함한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7일이다.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6일 전,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종료일은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라인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번호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여부와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유형의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기본값은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각각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‘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전체’이며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, ‘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전체’인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코드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조건은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제한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없이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171450" indent="-171450" algn="l">
              <a:lnSpc>
                <a:spcPts val="1260"/>
              </a:lnSpc>
              <a:buFontTx/>
              <a:buChar char="-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예시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제공된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샘플을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사용해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AI로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생성한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91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3" name="Rectangle 111">
            <a:extLst>
              <a:ext uri="{FF2B5EF4-FFF2-40B4-BE49-F238E27FC236}">
                <a16:creationId xmlns:a16="http://schemas.microsoft.com/office/drawing/2014/main" id="{0D1D6EE4-4D46-417D-A379-5490A77F61EA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화면</a:t>
            </a: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  <a:endParaRPr sz="20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111">
            <a:extLst>
              <a:ext uri="{FF2B5EF4-FFF2-40B4-BE49-F238E27FC236}">
                <a16:creationId xmlns:a16="http://schemas.microsoft.com/office/drawing/2014/main" id="{AA2D26BB-6272-4A81-9CC0-F5B06DA55A8B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표 1"/>
          <p:cNvGraphicFramePr/>
          <p:nvPr>
            <p:extLst>
              <p:ext uri="{D42A27DB-BD31-4B8C-83A1-F6EECF244321}">
                <p14:modId xmlns:p14="http://schemas.microsoft.com/office/powerpoint/2010/main" val="37259347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직선 연결선 11">
            <a:extLst>
              <a:ext uri="{FF2B5EF4-FFF2-40B4-BE49-F238E27FC236}">
                <a16:creationId xmlns:a16="http://schemas.microsoft.com/office/drawing/2014/main" id="{A772C14D-3E24-4A4B-AB28-CAAF777E393F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12">
            <a:extLst>
              <a:ext uri="{FF2B5EF4-FFF2-40B4-BE49-F238E27FC236}">
                <a16:creationId xmlns:a16="http://schemas.microsoft.com/office/drawing/2014/main" id="{E0D413A3-C82E-47AB-A0A4-F47024DC111E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13">
            <a:extLst>
              <a:ext uri="{FF2B5EF4-FFF2-40B4-BE49-F238E27FC236}">
                <a16:creationId xmlns:a16="http://schemas.microsoft.com/office/drawing/2014/main" id="{1226D6F4-C9C3-BEE9-61B9-18129B74D495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52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091073279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TD3-005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TD4-005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112C6540-023F-4555-AAC7-4F207212180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0BD2F894-4B3B-4D07-9B23-0F9665CC540A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7F977D3B-11C9-4D80-A966-33CB34CD7E3F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40352396-2854-4FB1-B2A7-8C68F1E7E4A9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AB041516-6633-4083-8792-4F51C806B93F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활성 대메뉴">
            <a:extLst>
              <a:ext uri="{FF2B5EF4-FFF2-40B4-BE49-F238E27FC236}">
                <a16:creationId xmlns:a16="http://schemas.microsoft.com/office/drawing/2014/main" id="{C3F557A6-E203-4910-93E1-A14A04CC35EC}"/>
              </a:ext>
            </a:extLst>
          </p:cNvPr>
          <p:cNvSpPr>
            <a:spLocks noGrp="1"/>
          </p:cNvSpPr>
          <p:nvPr/>
        </p:nvSpPr>
        <p:spPr>
          <a:xfrm>
            <a:off x="219075" y="1657350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32979EDC-3CD0-4B2B-BA4E-CE19ED4C2EDC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CC8A3EF5-7160-4F5B-B395-EBDBB5393459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F03D63E2-3D49-4C59-8467-57364DEEC4A6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20193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6F1F7E3A-3CA5-4ED8-85D8-893B47E5492D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</a:t>
            </a: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9029BA68-3914-4044-A8CE-1B41108F15DC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1EBDE3DA-A657-492B-A675-BA342E04FBA8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22479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C3AE05BE-0799-4AE4-AD7A-41E5F0997868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21526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2026-09-2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2026-10-2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목록 제목 테두리 매입 견적 산출 전처리 데이터">
            <a:extLst>
              <a:ext uri="{FF2B5EF4-FFF2-40B4-BE49-F238E27FC236}">
                <a16:creationId xmlns:a16="http://schemas.microsoft.com/office/drawing/2014/main" id="{03BC3012-0F53-4FFE-B9BA-1B6C8E47A40C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매입 견적 산출 전처리 데이터">
            <a:extLst>
              <a:ext uri="{FF2B5EF4-FFF2-40B4-BE49-F238E27FC236}">
                <a16:creationId xmlns:a16="http://schemas.microsoft.com/office/drawing/2014/main" id="{CC8A6AC3-95D0-465D-9EE1-98CA96391471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lnSpc>
                <a:spcPts val="990"/>
              </a:lnSpc>
            </a:pP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endParaRPr lang="en-US" altLang="ko-KR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E8814107-3009-43BB-87A8-6B773FFC85FA}"/>
              </a:ext>
            </a:extLst>
          </p:cNvPr>
          <p:cNvSpPr>
            <a:spLocks noGrp="1"/>
          </p:cNvSpPr>
          <p:nvPr/>
        </p:nvSpPr>
        <p:spPr>
          <a:xfrm>
            <a:off x="1257300" y="382905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D9B8ACCE-4289-4D1C-AED1-35ADF3CC17F4}"/>
              </a:ext>
            </a:extLst>
          </p:cNvPr>
          <p:cNvSpPr>
            <a:spLocks noGrp="1"/>
          </p:cNvSpPr>
          <p:nvPr/>
        </p:nvSpPr>
        <p:spPr>
          <a:xfrm>
            <a:off x="13525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1322A97A-A400-4866-B8E5-6EB3F70817CC}"/>
              </a:ext>
            </a:extLst>
          </p:cNvPr>
          <p:cNvSpPr>
            <a:spLocks noGrp="1"/>
          </p:cNvSpPr>
          <p:nvPr/>
        </p:nvSpPr>
        <p:spPr>
          <a:xfrm>
            <a:off x="15811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B59E26FD-4E4E-422F-826C-39F337FC303A}"/>
              </a:ext>
            </a:extLst>
          </p:cNvPr>
          <p:cNvSpPr>
            <a:spLocks noGrp="1"/>
          </p:cNvSpPr>
          <p:nvPr/>
        </p:nvSpPr>
        <p:spPr>
          <a:xfrm>
            <a:off x="1838325" y="383857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21B60B5C-1A72-4485-8095-38B1FFC836D6}"/>
              </a:ext>
            </a:extLst>
          </p:cNvPr>
          <p:cNvSpPr>
            <a:spLocks noGrp="1"/>
          </p:cNvSpPr>
          <p:nvPr/>
        </p:nvSpPr>
        <p:spPr>
          <a:xfrm>
            <a:off x="18097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7D80A291-A431-4225-9FAB-614F02525F15}"/>
              </a:ext>
            </a:extLst>
          </p:cNvPr>
          <p:cNvSpPr>
            <a:spLocks noGrp="1"/>
          </p:cNvSpPr>
          <p:nvPr/>
        </p:nvSpPr>
        <p:spPr>
          <a:xfrm>
            <a:off x="20383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8D07A93F-3D21-47D2-9B6C-9F23755450A1}"/>
              </a:ext>
            </a:extLst>
          </p:cNvPr>
          <p:cNvSpPr>
            <a:spLocks noGrp="1"/>
          </p:cNvSpPr>
          <p:nvPr/>
        </p:nvSpPr>
        <p:spPr>
          <a:xfrm>
            <a:off x="22669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DB1BADD7-4E5E-4B7A-81C3-9474C2D0E57E}"/>
              </a:ext>
            </a:extLst>
          </p:cNvPr>
          <p:cNvSpPr>
            <a:spLocks noGrp="1"/>
          </p:cNvSpPr>
          <p:nvPr/>
        </p:nvSpPr>
        <p:spPr>
          <a:xfrm>
            <a:off x="24955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5FA0B359-7783-408C-950D-54A254C34379}"/>
              </a:ext>
            </a:extLst>
          </p:cNvPr>
          <p:cNvSpPr>
            <a:spLocks noGrp="1"/>
          </p:cNvSpPr>
          <p:nvPr/>
        </p:nvSpPr>
        <p:spPr>
          <a:xfrm>
            <a:off x="27241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EE9A1028-9B60-4CE0-8466-F2A23539B409}"/>
              </a:ext>
            </a:extLst>
          </p:cNvPr>
          <p:cNvSpPr>
            <a:spLocks noGrp="1"/>
          </p:cNvSpPr>
          <p:nvPr/>
        </p:nvSpPr>
        <p:spPr>
          <a:xfrm>
            <a:off x="29527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7B8536E8-3C16-4081-A721-9CCB907AA834}"/>
              </a:ext>
            </a:extLst>
          </p:cNvPr>
          <p:cNvSpPr>
            <a:spLocks noGrp="1"/>
          </p:cNvSpPr>
          <p:nvPr/>
        </p:nvSpPr>
        <p:spPr>
          <a:xfrm>
            <a:off x="31813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2FDAE810-8AE9-470A-B950-C40F7969AFED}"/>
              </a:ext>
            </a:extLst>
          </p:cNvPr>
          <p:cNvSpPr>
            <a:spLocks noGrp="1"/>
          </p:cNvSpPr>
          <p:nvPr/>
        </p:nvSpPr>
        <p:spPr>
          <a:xfrm>
            <a:off x="8067675" y="383857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1 - 8 / 40</a:t>
            </a:r>
          </a:p>
        </p:txBody>
      </p:sp>
      <p:sp>
        <p:nvSpPr>
          <p:cNvPr id="40" name="목록 제목 테두리 학습 정보 조회">
            <a:extLst>
              <a:ext uri="{FF2B5EF4-FFF2-40B4-BE49-F238E27FC236}">
                <a16:creationId xmlns:a16="http://schemas.microsoft.com/office/drawing/2014/main" id="{CD999E09-A4F9-4DF6-9453-69E8C8E81C1E}"/>
              </a:ext>
            </a:extLst>
          </p:cNvPr>
          <p:cNvSpPr>
            <a:spLocks noGrp="1"/>
          </p:cNvSpPr>
          <p:nvPr/>
        </p:nvSpPr>
        <p:spPr>
          <a:xfrm>
            <a:off x="1257300" y="40671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목록 2 다운로드 아이콘 140"/>
          <p:cNvSpPr>
            <a:spLocks noGrp="1"/>
          </p:cNvSpPr>
          <p:nvPr/>
        </p:nvSpPr>
        <p:spPr>
          <a:xfrm>
            <a:off x="9525000" y="41100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목록 2 다운로드 아이콘 141"/>
          <p:cNvSpPr>
            <a:spLocks noGrp="1"/>
          </p:cNvSpPr>
          <p:nvPr/>
        </p:nvSpPr>
        <p:spPr>
          <a:xfrm>
            <a:off x="9610725" y="41100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목록 2 다운로드 아이콘 142"/>
          <p:cNvSpPr>
            <a:spLocks noGrp="1"/>
          </p:cNvSpPr>
          <p:nvPr/>
        </p:nvSpPr>
        <p:spPr>
          <a:xfrm>
            <a:off x="9596438" y="41576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목록 2 다운로드 아이콘 143"/>
          <p:cNvSpPr>
            <a:spLocks noGrp="1"/>
          </p:cNvSpPr>
          <p:nvPr/>
        </p:nvSpPr>
        <p:spPr>
          <a:xfrm>
            <a:off x="9572625" y="41862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목록 2 다운로드 아이콘 144"/>
          <p:cNvSpPr>
            <a:spLocks noGrp="1"/>
          </p:cNvSpPr>
          <p:nvPr/>
        </p:nvSpPr>
        <p:spPr>
          <a:xfrm>
            <a:off x="9567863" y="42148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목록 제목 학습 정보 조회">
            <a:extLst>
              <a:ext uri="{FF2B5EF4-FFF2-40B4-BE49-F238E27FC236}">
                <a16:creationId xmlns:a16="http://schemas.microsoft.com/office/drawing/2014/main" id="{89D35EDA-469A-496C-9455-F1945FD3BB8D}"/>
              </a:ext>
            </a:extLst>
          </p:cNvPr>
          <p:cNvSpPr>
            <a:spLocks noGrp="1"/>
          </p:cNvSpPr>
          <p:nvPr/>
        </p:nvSpPr>
        <p:spPr>
          <a:xfrm>
            <a:off x="1371600" y="41052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</a:p>
        </p:txBody>
      </p:sp>
      <p:graphicFrame>
        <p:nvGraphicFramePr>
          <p:cNvPr id="42" name="학습 정보 조회"/>
          <p:cNvGraphicFramePr/>
          <p:nvPr>
            <p:extLst>
              <p:ext uri="{D42A27DB-BD31-4B8C-83A1-F6EECF244321}">
                <p14:modId xmlns:p14="http://schemas.microsoft.com/office/powerpoint/2010/main" val="3724208927"/>
              </p:ext>
            </p:extLst>
          </p:nvPr>
        </p:nvGraphicFramePr>
        <p:xfrm>
          <a:off x="1257300" y="4305300"/>
          <a:ext cx="8420100" cy="1533529"/>
        </p:xfrm>
        <a:graphic>
          <a:graphicData uri="http://schemas.openxmlformats.org/drawingml/2006/table">
            <a:tbl>
              <a:tblPr/>
              <a:tblGrid>
                <a:gridCol w="441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5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7475">
                  <a:extLst>
                    <a:ext uri="{9D8B030D-6E8A-4147-A177-3AD203B41FA5}">
                      <a16:colId xmlns:a16="http://schemas.microsoft.com/office/drawing/2014/main" val="2478821261"/>
                    </a:ext>
                  </a:extLst>
                </a:gridCol>
                <a:gridCol w="93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모델명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학습일시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학습시간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알고리즘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mAP50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0.873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Defection_Detect_Model_02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0.894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Defection_Detect_Model_03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0.861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Defection_Detect_Model_04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0.851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Defection_Detect_Model_05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0.847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Defection_Detect_Model_06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0.830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Defection_Detect_Model_07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0.834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0.823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" name="화면 설명 번호 3">
            <a:extLst>
              <a:ext uri="{FF2B5EF4-FFF2-40B4-BE49-F238E27FC236}">
                <a16:creationId xmlns:a16="http://schemas.microsoft.com/office/drawing/2014/main" id="{AB0C810C-158B-47DD-B996-24A3B511B43F}"/>
              </a:ext>
            </a:extLst>
          </p:cNvPr>
          <p:cNvSpPr>
            <a:spLocks noGrp="1"/>
          </p:cNvSpPr>
          <p:nvPr/>
        </p:nvSpPr>
        <p:spPr>
          <a:xfrm>
            <a:off x="1162050" y="411480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4" name="목록 페이징 바탕">
            <a:extLst>
              <a:ext uri="{FF2B5EF4-FFF2-40B4-BE49-F238E27FC236}">
                <a16:creationId xmlns:a16="http://schemas.microsoft.com/office/drawing/2014/main" id="{F4E07F26-A4D0-4E44-AE26-58E43EE08A60}"/>
              </a:ext>
            </a:extLst>
          </p:cNvPr>
          <p:cNvSpPr>
            <a:spLocks noGrp="1"/>
          </p:cNvSpPr>
          <p:nvPr/>
        </p:nvSpPr>
        <p:spPr>
          <a:xfrm>
            <a:off x="1257300" y="585787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페이징 0">
            <a:extLst>
              <a:ext uri="{FF2B5EF4-FFF2-40B4-BE49-F238E27FC236}">
                <a16:creationId xmlns:a16="http://schemas.microsoft.com/office/drawing/2014/main" id="{600E8E72-40B6-4179-BD45-D8AC2B012B78}"/>
              </a:ext>
            </a:extLst>
          </p:cNvPr>
          <p:cNvSpPr>
            <a:spLocks noGrp="1"/>
          </p:cNvSpPr>
          <p:nvPr/>
        </p:nvSpPr>
        <p:spPr>
          <a:xfrm>
            <a:off x="13525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46" name="페이징 1">
            <a:extLst>
              <a:ext uri="{FF2B5EF4-FFF2-40B4-BE49-F238E27FC236}">
                <a16:creationId xmlns:a16="http://schemas.microsoft.com/office/drawing/2014/main" id="{6C25F464-F081-4E01-837B-5B550331FAA6}"/>
              </a:ext>
            </a:extLst>
          </p:cNvPr>
          <p:cNvSpPr>
            <a:spLocks noGrp="1"/>
          </p:cNvSpPr>
          <p:nvPr/>
        </p:nvSpPr>
        <p:spPr>
          <a:xfrm>
            <a:off x="15811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47" name="현재 페이지">
            <a:extLst>
              <a:ext uri="{FF2B5EF4-FFF2-40B4-BE49-F238E27FC236}">
                <a16:creationId xmlns:a16="http://schemas.microsoft.com/office/drawing/2014/main" id="{A8183394-7E12-4A65-B468-CFC5E97C281E}"/>
              </a:ext>
            </a:extLst>
          </p:cNvPr>
          <p:cNvSpPr>
            <a:spLocks noGrp="1"/>
          </p:cNvSpPr>
          <p:nvPr/>
        </p:nvSpPr>
        <p:spPr>
          <a:xfrm>
            <a:off x="1838325" y="586740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페이징 2">
            <a:extLst>
              <a:ext uri="{FF2B5EF4-FFF2-40B4-BE49-F238E27FC236}">
                <a16:creationId xmlns:a16="http://schemas.microsoft.com/office/drawing/2014/main" id="{D4F49B43-A1FD-44AE-98E1-87DBE099047E}"/>
              </a:ext>
            </a:extLst>
          </p:cNvPr>
          <p:cNvSpPr>
            <a:spLocks noGrp="1"/>
          </p:cNvSpPr>
          <p:nvPr/>
        </p:nvSpPr>
        <p:spPr>
          <a:xfrm>
            <a:off x="18097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9" name="페이징 3">
            <a:extLst>
              <a:ext uri="{FF2B5EF4-FFF2-40B4-BE49-F238E27FC236}">
                <a16:creationId xmlns:a16="http://schemas.microsoft.com/office/drawing/2014/main" id="{1FB2A6FB-C343-4C52-A90D-32E1981A3650}"/>
              </a:ext>
            </a:extLst>
          </p:cNvPr>
          <p:cNvSpPr>
            <a:spLocks noGrp="1"/>
          </p:cNvSpPr>
          <p:nvPr/>
        </p:nvSpPr>
        <p:spPr>
          <a:xfrm>
            <a:off x="20383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0" name="페이징 4">
            <a:extLst>
              <a:ext uri="{FF2B5EF4-FFF2-40B4-BE49-F238E27FC236}">
                <a16:creationId xmlns:a16="http://schemas.microsoft.com/office/drawing/2014/main" id="{AABE1EB2-CBAD-43C2-8DBE-BA1465127633}"/>
              </a:ext>
            </a:extLst>
          </p:cNvPr>
          <p:cNvSpPr>
            <a:spLocks noGrp="1"/>
          </p:cNvSpPr>
          <p:nvPr/>
        </p:nvSpPr>
        <p:spPr>
          <a:xfrm>
            <a:off x="22669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1" name="페이징 5">
            <a:extLst>
              <a:ext uri="{FF2B5EF4-FFF2-40B4-BE49-F238E27FC236}">
                <a16:creationId xmlns:a16="http://schemas.microsoft.com/office/drawing/2014/main" id="{37B0424C-C6CC-4B98-A664-D6F03AA3AABF}"/>
              </a:ext>
            </a:extLst>
          </p:cNvPr>
          <p:cNvSpPr>
            <a:spLocks noGrp="1"/>
          </p:cNvSpPr>
          <p:nvPr/>
        </p:nvSpPr>
        <p:spPr>
          <a:xfrm>
            <a:off x="24955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2" name="페이징 6">
            <a:extLst>
              <a:ext uri="{FF2B5EF4-FFF2-40B4-BE49-F238E27FC236}">
                <a16:creationId xmlns:a16="http://schemas.microsoft.com/office/drawing/2014/main" id="{066A1E0A-3AE5-4DB1-AFB3-3EA14F0A64DD}"/>
              </a:ext>
            </a:extLst>
          </p:cNvPr>
          <p:cNvSpPr>
            <a:spLocks noGrp="1"/>
          </p:cNvSpPr>
          <p:nvPr/>
        </p:nvSpPr>
        <p:spPr>
          <a:xfrm>
            <a:off x="27241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3" name="페이징 7">
            <a:extLst>
              <a:ext uri="{FF2B5EF4-FFF2-40B4-BE49-F238E27FC236}">
                <a16:creationId xmlns:a16="http://schemas.microsoft.com/office/drawing/2014/main" id="{54A6F9A4-B195-452E-BE30-32D2F94866B9}"/>
              </a:ext>
            </a:extLst>
          </p:cNvPr>
          <p:cNvSpPr>
            <a:spLocks noGrp="1"/>
          </p:cNvSpPr>
          <p:nvPr/>
        </p:nvSpPr>
        <p:spPr>
          <a:xfrm>
            <a:off x="29527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54" name="페이징 8">
            <a:extLst>
              <a:ext uri="{FF2B5EF4-FFF2-40B4-BE49-F238E27FC236}">
                <a16:creationId xmlns:a16="http://schemas.microsoft.com/office/drawing/2014/main" id="{FB53D58D-8BD2-4E2F-9868-4839629519C2}"/>
              </a:ext>
            </a:extLst>
          </p:cNvPr>
          <p:cNvSpPr>
            <a:spLocks noGrp="1"/>
          </p:cNvSpPr>
          <p:nvPr/>
        </p:nvSpPr>
        <p:spPr>
          <a:xfrm>
            <a:off x="31813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55" name="목록 건수">
            <a:extLst>
              <a:ext uri="{FF2B5EF4-FFF2-40B4-BE49-F238E27FC236}">
                <a16:creationId xmlns:a16="http://schemas.microsoft.com/office/drawing/2014/main" id="{40C9252C-6A65-4933-B2E3-FF0ABDD7D56A}"/>
              </a:ext>
            </a:extLst>
          </p:cNvPr>
          <p:cNvSpPr>
            <a:spLocks noGrp="1"/>
          </p:cNvSpPr>
          <p:nvPr/>
        </p:nvSpPr>
        <p:spPr>
          <a:xfrm>
            <a:off x="8067675" y="586740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1 - 8 / 40</a:t>
            </a:r>
          </a:p>
        </p:txBody>
      </p:sp>
      <p:sp>
        <p:nvSpPr>
          <p:cNvPr id="79" name="화면 설명 번호 1">
            <a:extLst>
              <a:ext uri="{FF2B5EF4-FFF2-40B4-BE49-F238E27FC236}">
                <a16:creationId xmlns:a16="http://schemas.microsoft.com/office/drawing/2014/main" id="{2BEA78CE-77A9-BADC-5CB4-04D7AD09A67C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1" name="화면 설명 번호 2">
            <a:extLst>
              <a:ext uri="{FF2B5EF4-FFF2-40B4-BE49-F238E27FC236}">
                <a16:creationId xmlns:a16="http://schemas.microsoft.com/office/drawing/2014/main" id="{E6C5A828-0808-33A1-5511-89147CD21B8A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6EAA318-4063-3992-47F5-707F72E398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565"/>
          <a:stretch>
            <a:fillRect/>
          </a:stretch>
        </p:blipFill>
        <p:spPr>
          <a:xfrm>
            <a:off x="1314450" y="2087027"/>
            <a:ext cx="8207451" cy="170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4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342960347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TD3-005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TD4-005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8F8969B4-A8AB-4121-9664-CD2F03516903}"/>
              </a:ext>
            </a:extLst>
          </p:cNvPr>
          <p:cNvSpPr>
            <a:spLocks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업무 설명 제목">
            <a:extLst>
              <a:ext uri="{FF2B5EF4-FFF2-40B4-BE49-F238E27FC236}">
                <a16:creationId xmlns:a16="http://schemas.microsoft.com/office/drawing/2014/main" id="{6233A172-1539-4627-9BAF-C138E6EC3CFB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19659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조회 조건 499">
            <a:extLst>
              <a:ext uri="{FF2B5EF4-FFF2-40B4-BE49-F238E27FC236}">
                <a16:creationId xmlns:a16="http://schemas.microsoft.com/office/drawing/2014/main" id="{8779BEDA-84DB-41E4-91C8-5F6C0203CA90}"/>
              </a:ext>
            </a:extLst>
          </p:cNvPr>
          <p:cNvSpPr>
            <a:spLocks noGrp="1"/>
          </p:cNvSpPr>
          <p:nvPr/>
        </p:nvSpPr>
        <p:spPr>
          <a:xfrm>
            <a:off x="542925" y="4798077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v110 모델링 가중평균 설명">
            <a:extLst>
              <a:ext uri="{FF2B5EF4-FFF2-40B4-BE49-F238E27FC236}">
                <a16:creationId xmlns:a16="http://schemas.microsoft.com/office/drawing/2014/main" id="{A51346DE-3C1C-4CF8-9B35-76B8B1A7EC94}"/>
              </a:ext>
            </a:extLst>
          </p:cNvPr>
          <p:cNvSpPr>
            <a:spLocks noGrp="1"/>
          </p:cNvSpPr>
          <p:nvPr/>
        </p:nvSpPr>
        <p:spPr>
          <a:xfrm>
            <a:off x="386493" y="894160"/>
            <a:ext cx="8886825" cy="44958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공정 라인에서 발생한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학습용 이미지 전처리 데이터와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정도를 함께 확인한다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날짜 조건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하단 학습 정보의 학습일시를 조회할 시작일과 종료일을 입력한다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상단 목록 제목은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altLang="ko-KR" sz="90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altLang="ko-KR" sz="90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전처리된 이미지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유형을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 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다음과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같다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이탈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stick_offset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중간에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끊겨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stick_broken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thread_defection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본딩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본드가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김발장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안쪽까지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흘러들어옴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bond_overflow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broken</a:t>
            </a: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+++++ [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실제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관련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주요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내용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추가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  <a:p>
            <a:pPr>
              <a:lnSpc>
                <a:spcPts val="1260"/>
              </a:lnSpc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❸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하단 목록 제목은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행 번호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모델명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학습일시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학습시간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알고리즘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비고를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아이콘을 누르면 ❷ 최신 완료월 전처리 목록과 ❸ 날짜 조건에 맞는 학습 정보를 갱신한다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전처리 목록과 ❸ 학습 정보는 각각 페이지당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8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건씩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각 목록 하단의 페이지 번호를 누르면 해당 목록의 선택한 페이지를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 조회 기간은 전월 동일일부터 오늘까지의 최근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달이다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전처리 데이터는 날짜 조건과 관계없이 최신 완료 집계월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 달을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❸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정보는 학습일시를 기준으로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전월에 동일한 날짜가 없으면 전월 말일을 시작일로 적용한다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1737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926205362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TD3-006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TD4-006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검증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DE5E1260-9ABC-4450-8421-35140BCFE404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B71F14F8-1D16-4CA3-ACAA-3B8E47ACCD55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1261E162-9F12-4A4F-B378-29144F9C2C94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322599ED-3337-4719-B99D-C63354940370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검사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검증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2EAB4C27-F64C-4C45-BB74-00D3B67064DE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활성 대메뉴">
            <a:extLst>
              <a:ext uri="{FF2B5EF4-FFF2-40B4-BE49-F238E27FC236}">
                <a16:creationId xmlns:a16="http://schemas.microsoft.com/office/drawing/2014/main" id="{C74CB586-A70B-45BB-9576-5AC17CFFF665}"/>
              </a:ext>
            </a:extLst>
          </p:cNvPr>
          <p:cNvSpPr>
            <a:spLocks noGrp="1"/>
          </p:cNvSpPr>
          <p:nvPr/>
        </p:nvSpPr>
        <p:spPr>
          <a:xfrm>
            <a:off x="219075" y="1657350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F8D86D31-681A-4203-A26B-010E0326E5E2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B5E493F0-3C88-4B6B-8913-3B5888DC0A3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69245BDC-B9B9-4655-BBC1-C309DC883337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22479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29798935-9073-4442-843C-46182DAC5817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검사 </a:t>
            </a: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검증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A35EF211-3854-4EF8-BB11-445E2870A3AF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CCDDC1AC-5D2F-4840-9119-7F51EF22B3F1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22479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5D23E355-1EAF-46C4-AAD5-506D055D8005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21526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2026-09-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목록 제목 테두리 학습 정보 조회">
            <a:extLst>
              <a:ext uri="{FF2B5EF4-FFF2-40B4-BE49-F238E27FC236}">
                <a16:creationId xmlns:a16="http://schemas.microsoft.com/office/drawing/2014/main" id="{5BE5E614-F56F-4011-B427-2B48CD00AD6C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학습 정보 조회">
            <a:extLst>
              <a:ext uri="{FF2B5EF4-FFF2-40B4-BE49-F238E27FC236}">
                <a16:creationId xmlns:a16="http://schemas.microsoft.com/office/drawing/2014/main" id="{D1AEE495-FB77-42A2-9743-32DF4587DD33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</a:p>
        </p:txBody>
      </p:sp>
      <p:graphicFrame>
        <p:nvGraphicFramePr>
          <p:cNvPr id="26" name="학습 정보 조회"/>
          <p:cNvGraphicFramePr/>
          <p:nvPr>
            <p:extLst>
              <p:ext uri="{D42A27DB-BD31-4B8C-83A1-F6EECF244321}">
                <p14:modId xmlns:p14="http://schemas.microsoft.com/office/powerpoint/2010/main" val="2000718246"/>
              </p:ext>
            </p:extLst>
          </p:nvPr>
        </p:nvGraphicFramePr>
        <p:xfrm>
          <a:off x="1257300" y="2124075"/>
          <a:ext cx="8420100" cy="3086100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모델명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학습일시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학습시간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 값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손실값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0.0138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Defection_Detect_Model_02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0.0165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Defection_Detect_Model_03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0.0119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0.0146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Defection_Detect_Model_04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0.0143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Defection_Detect_Model_05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0.0223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Defection_Detect_Model_06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0.0124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Defection_Detect_Model_08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0.0128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0.0192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0.0239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0.0164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8D39EED3-C546-4B88-BAB3-49D9631DBC4A}"/>
              </a:ext>
            </a:extLst>
          </p:cNvPr>
          <p:cNvSpPr>
            <a:spLocks noGrp="1"/>
          </p:cNvSpPr>
          <p:nvPr/>
        </p:nvSpPr>
        <p:spPr>
          <a:xfrm>
            <a:off x="1257300" y="522922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1E152898-5E91-4C6D-8DDF-DC91BCEF0B6A}"/>
              </a:ext>
            </a:extLst>
          </p:cNvPr>
          <p:cNvSpPr>
            <a:spLocks noGrp="1"/>
          </p:cNvSpPr>
          <p:nvPr/>
        </p:nvSpPr>
        <p:spPr>
          <a:xfrm>
            <a:off x="13525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157A86A8-A4E4-4FE0-B9BF-794F6915406E}"/>
              </a:ext>
            </a:extLst>
          </p:cNvPr>
          <p:cNvSpPr>
            <a:spLocks noGrp="1"/>
          </p:cNvSpPr>
          <p:nvPr/>
        </p:nvSpPr>
        <p:spPr>
          <a:xfrm>
            <a:off x="15811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E9023FEF-C22B-4A88-99BE-7C3D045893BA}"/>
              </a:ext>
            </a:extLst>
          </p:cNvPr>
          <p:cNvSpPr>
            <a:spLocks noGrp="1"/>
          </p:cNvSpPr>
          <p:nvPr/>
        </p:nvSpPr>
        <p:spPr>
          <a:xfrm>
            <a:off x="1838325" y="523875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9F216992-17C5-4F26-8129-996D2C5F31B2}"/>
              </a:ext>
            </a:extLst>
          </p:cNvPr>
          <p:cNvSpPr>
            <a:spLocks noGrp="1"/>
          </p:cNvSpPr>
          <p:nvPr/>
        </p:nvSpPr>
        <p:spPr>
          <a:xfrm>
            <a:off x="18097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4459CBFC-6905-4101-ACA1-310CC1FC198B}"/>
              </a:ext>
            </a:extLst>
          </p:cNvPr>
          <p:cNvSpPr>
            <a:spLocks noGrp="1"/>
          </p:cNvSpPr>
          <p:nvPr/>
        </p:nvSpPr>
        <p:spPr>
          <a:xfrm>
            <a:off x="20383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C42B8990-7212-423A-B8CD-01DE2D6E80BC}"/>
              </a:ext>
            </a:extLst>
          </p:cNvPr>
          <p:cNvSpPr>
            <a:spLocks noGrp="1"/>
          </p:cNvSpPr>
          <p:nvPr/>
        </p:nvSpPr>
        <p:spPr>
          <a:xfrm>
            <a:off x="22669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21541EF0-9365-4484-9DB4-C157801219FA}"/>
              </a:ext>
            </a:extLst>
          </p:cNvPr>
          <p:cNvSpPr>
            <a:spLocks noGrp="1"/>
          </p:cNvSpPr>
          <p:nvPr/>
        </p:nvSpPr>
        <p:spPr>
          <a:xfrm>
            <a:off x="24955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AB87A814-9F37-455B-9E12-A6FD002D2881}"/>
              </a:ext>
            </a:extLst>
          </p:cNvPr>
          <p:cNvSpPr>
            <a:spLocks noGrp="1"/>
          </p:cNvSpPr>
          <p:nvPr/>
        </p:nvSpPr>
        <p:spPr>
          <a:xfrm>
            <a:off x="27241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460A1F22-ADE8-4876-B41F-A96B495A337B}"/>
              </a:ext>
            </a:extLst>
          </p:cNvPr>
          <p:cNvSpPr>
            <a:spLocks noGrp="1"/>
          </p:cNvSpPr>
          <p:nvPr/>
        </p:nvSpPr>
        <p:spPr>
          <a:xfrm>
            <a:off x="29527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6E9E11A1-3D7A-4160-B63C-FCF4B2337DAA}"/>
              </a:ext>
            </a:extLst>
          </p:cNvPr>
          <p:cNvSpPr>
            <a:spLocks noGrp="1"/>
          </p:cNvSpPr>
          <p:nvPr/>
        </p:nvSpPr>
        <p:spPr>
          <a:xfrm>
            <a:off x="31813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A804BBF5-27F0-406A-8909-3A5A3E938BC0}"/>
              </a:ext>
            </a:extLst>
          </p:cNvPr>
          <p:cNvSpPr>
            <a:spLocks noGrp="1"/>
          </p:cNvSpPr>
          <p:nvPr/>
        </p:nvSpPr>
        <p:spPr>
          <a:xfrm>
            <a:off x="8067675" y="523875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1 - 12 / 60</a:t>
            </a:r>
          </a:p>
        </p:txBody>
      </p:sp>
      <p:sp>
        <p:nvSpPr>
          <p:cNvPr id="22" name="화면 설명 번호 1">
            <a:extLst>
              <a:ext uri="{FF2B5EF4-FFF2-40B4-BE49-F238E27FC236}">
                <a16:creationId xmlns:a16="http://schemas.microsoft.com/office/drawing/2014/main" id="{2472DF7D-A7B3-3286-3AB8-C4BD6565A851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8" name="화면 설명 번호 2">
            <a:extLst>
              <a:ext uri="{FF2B5EF4-FFF2-40B4-BE49-F238E27FC236}">
                <a16:creationId xmlns:a16="http://schemas.microsoft.com/office/drawing/2014/main" id="{E67426A7-795C-4332-20D5-D1A407417214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3010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22564067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TD3-006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TD4-006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검증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76560" y="6330462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 dirty="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1ADCF626-BB37-46A4-AC34-D906B8172C6B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업무 설명 제목">
            <a:extLst>
              <a:ext uri="{FF2B5EF4-FFF2-40B4-BE49-F238E27FC236}">
                <a16:creationId xmlns:a16="http://schemas.microsoft.com/office/drawing/2014/main" id="{EBDDC00A-CC28-0376-824B-FE291B3118AD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51625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품질 검사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모델의 학습 정보와 산출 정확도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검증 손실값을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날짜 조건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정보를 조회할 시작일과 종료일을 입력한다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목록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행 번호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모델명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학습일시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학습시간을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산출 정확도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(%),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검증 손실값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비고를 이어서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시작일과 종료일을 설정한 뒤 조회 아이콘을 누르면 ❷ 목록을 갱신한다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모델별 정확도와 손실 값을 함께 확인한다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값의 조건은 비고에서 확인한다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목록 하단의 페이지 번호를 누르면 해당 페이지를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건씩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학습일시를 기준으로 날짜 범위를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 조회 기간은 전월 동일일부터 오늘까지의 최근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달이다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전월에 동일한 날짜가 없으면 전월 말일을 시작일로 적용한다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지표 표시 기준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기존 정확도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(ACCURACY)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 퍼센트 표시를 유지한다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LOSS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VAL_LOSS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에는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%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를 붙이지 않는다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값과 검증 손실값은 저장된 모델에 대응하는 에포크의 손실 값이다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값은 소수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자리로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NULL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'-'(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미산출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'0.0000'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으로 구분한다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학습과 검증에는 같은 손실함수를 사용하며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값은 손실함수와 데이터 스케일에 따라 해석한다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비고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(REMARK)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에는 손실함수명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스케일링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검증기간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저장 에포크를 기록한다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예시 손실 값은 학습 구간에서 산출한 범위로 목표값을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0~1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정규화한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MSE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기준이다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화면의 수량과 손실 값은 설명을 위한 예시이며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실제 측정한 모델 성능을 뜻하지 않는다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96418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3" name="Rectangle 111">
            <a:extLst>
              <a:ext uri="{FF2B5EF4-FFF2-40B4-BE49-F238E27FC236}">
                <a16:creationId xmlns:a16="http://schemas.microsoft.com/office/drawing/2014/main" id="{15E80BD8-28C8-4C30-BC94-7B7756DBF77E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서비스 화면 설계</a:t>
            </a:r>
          </a:p>
        </p:txBody>
      </p:sp>
      <p:sp>
        <p:nvSpPr>
          <p:cNvPr id="4" name="Rectangle 111">
            <a:extLst>
              <a:ext uri="{FF2B5EF4-FFF2-40B4-BE49-F238E27FC236}">
                <a16:creationId xmlns:a16="http://schemas.microsoft.com/office/drawing/2014/main" id="{2797ECE1-52D7-4700-A712-C3EC129A2B31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표 1"/>
          <p:cNvGraphicFramePr/>
          <p:nvPr>
            <p:extLst>
              <p:ext uri="{D42A27DB-BD31-4B8C-83A1-F6EECF244321}">
                <p14:modId xmlns:p14="http://schemas.microsoft.com/office/powerpoint/2010/main" val="3599720527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  <a:cs typeface="+mn-ea"/>
                        </a:rPr>
                        <a:t>이준호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직선 연결선 11">
            <a:extLst>
              <a:ext uri="{FF2B5EF4-FFF2-40B4-BE49-F238E27FC236}">
                <a16:creationId xmlns:a16="http://schemas.microsoft.com/office/drawing/2014/main" id="{2C63FA9A-6120-4311-907F-286406C06D4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12">
            <a:extLst>
              <a:ext uri="{FF2B5EF4-FFF2-40B4-BE49-F238E27FC236}">
                <a16:creationId xmlns:a16="http://schemas.microsoft.com/office/drawing/2014/main" id="{D7F5CA4A-9676-CFA5-8552-1D429F89EE42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13">
            <a:extLst>
              <a:ext uri="{FF2B5EF4-FFF2-40B4-BE49-F238E27FC236}">
                <a16:creationId xmlns:a16="http://schemas.microsoft.com/office/drawing/2014/main" id="{09660FD7-C8C4-0A84-D1F4-D62A28510E6D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81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264933279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03C52AD6-7443-44EF-BE88-F1F6E3A4F382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9A358E29-E253-4A4E-A96F-CE1D9195CD6E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C433F789-8875-4E8D-B44D-0AA2BB149BBE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59350378-0730-422A-9673-5CDCDB430FE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 &gt; 대시보드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59B4CD8D-2DDD-4D2F-9D57-5F89378C1DE4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5F6C629D-6AD7-4988-B980-0B97660DB0A5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C5EBE79F-B6AC-4A35-A14C-F18AD5194864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5FF297AD-E856-431A-81CF-C76D2C2061B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0BD3A00B-953E-4CD3-8ED7-8D1F85CD9392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96E93019-DC89-4D7C-BB8E-0CCD38D36B2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8" name="표시 기간">
            <a:extLst>
              <a:ext uri="{FF2B5EF4-FFF2-40B4-BE49-F238E27FC236}">
                <a16:creationId xmlns:a16="http://schemas.microsoft.com/office/drawing/2014/main" id="{383AA89A-3C64-49E4-BC57-3D320F7F06E6}"/>
              </a:ext>
            </a:extLst>
          </p:cNvPr>
          <p:cNvSpPr>
            <a:spLocks noGrp="1"/>
          </p:cNvSpPr>
          <p:nvPr/>
        </p:nvSpPr>
        <p:spPr>
          <a:xfrm>
            <a:off x="1257300" y="1485900"/>
            <a:ext cx="8420100" cy="238125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표시 기간 값 배경">
            <a:extLst>
              <a:ext uri="{FF2B5EF4-FFF2-40B4-BE49-F238E27FC236}">
                <a16:creationId xmlns:a16="http://schemas.microsoft.com/office/drawing/2014/main" id="{30D7C22E-4258-4497-A7FD-A0BDA5C90A21}"/>
              </a:ext>
            </a:extLst>
          </p:cNvPr>
          <p:cNvSpPr>
            <a:spLocks noGrp="1"/>
          </p:cNvSpPr>
          <p:nvPr/>
        </p:nvSpPr>
        <p:spPr>
          <a:xfrm>
            <a:off x="1438275" y="1495425"/>
            <a:ext cx="2667000" cy="21907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표시 기간 값">
            <a:extLst>
              <a:ext uri="{FF2B5EF4-FFF2-40B4-BE49-F238E27FC236}">
                <a16:creationId xmlns:a16="http://schemas.microsoft.com/office/drawing/2014/main" id="{95A2BAB7-ABC4-4FF9-A8F9-E4E7AD71A5DA}"/>
              </a:ext>
            </a:extLst>
          </p:cNvPr>
          <p:cNvSpPr>
            <a:spLocks noGrp="1"/>
          </p:cNvSpPr>
          <p:nvPr/>
        </p:nvSpPr>
        <p:spPr>
          <a:xfrm>
            <a:off x="1571625" y="1524000"/>
            <a:ext cx="2457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표시 기간: 2025-10 ~ 2026-09</a:t>
            </a:r>
          </a:p>
        </p:txBody>
      </p:sp>
      <p:sp>
        <p:nvSpPr>
          <p:cNvPr id="22" name="목록 제목 테두리 영업이익률">
            <a:extLst>
              <a:ext uri="{FF2B5EF4-FFF2-40B4-BE49-F238E27FC236}">
                <a16:creationId xmlns:a16="http://schemas.microsoft.com/office/drawing/2014/main" id="{DD0E23B3-B520-4182-8702-7A99E64E6EF6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목록 제목 영업이익률">
            <a:extLst>
              <a:ext uri="{FF2B5EF4-FFF2-40B4-BE49-F238E27FC236}">
                <a16:creationId xmlns:a16="http://schemas.microsoft.com/office/drawing/2014/main" id="{EED741E1-D456-4B8E-8ABD-0551D026C62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81724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완제품불량률 추이 조회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C1CC405B-FB6B-75E3-24EB-0F6A39434E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3541449"/>
              </p:ext>
            </p:extLst>
          </p:nvPr>
        </p:nvGraphicFramePr>
        <p:xfrm>
          <a:off x="2094071" y="2082352"/>
          <a:ext cx="6461125" cy="420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화면 설명 번호 1">
            <a:extLst>
              <a:ext uri="{FF2B5EF4-FFF2-40B4-BE49-F238E27FC236}">
                <a16:creationId xmlns:a16="http://schemas.microsoft.com/office/drawing/2014/main" id="{F6D03734-0E0B-0FA5-23DF-B6B5A3781F20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화면 설명 번호 2">
            <a:extLst>
              <a:ext uri="{FF2B5EF4-FFF2-40B4-BE49-F238E27FC236}">
                <a16:creationId xmlns:a16="http://schemas.microsoft.com/office/drawing/2014/main" id="{EB1F99FB-86A6-5A36-4F5D-DB0278A2BFCA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5674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672439354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53139B09-D7C1-438C-959A-9F6B3CF502EB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FB764FE4-72BC-485E-B8D3-2AE54F7DB696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4DB01227-684D-44BD-95C0-674D87B7D549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45004E44-7846-4132-BAE1-828B9BF18AD7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281F4C97-6719-4D38-A87D-B9BF0ADCAF91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DA4BAFDF-03A7-4BD9-A33B-666397E5300A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102DA8C1-6EB8-4603-AACD-4C202E003623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EAA7B31D-D9EA-4323-B300-0CEAAC092719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539B53A6-3734-4575-9460-CEA7CF66D718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2109BEB7-A07B-4BEF-B314-A57CAB6BB08E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8" name="표시 기간">
            <a:extLst>
              <a:ext uri="{FF2B5EF4-FFF2-40B4-BE49-F238E27FC236}">
                <a16:creationId xmlns:a16="http://schemas.microsoft.com/office/drawing/2014/main" id="{80D544E3-B595-4054-8F41-0A792CD1AF48}"/>
              </a:ext>
            </a:extLst>
          </p:cNvPr>
          <p:cNvSpPr>
            <a:spLocks noGrp="1"/>
          </p:cNvSpPr>
          <p:nvPr/>
        </p:nvSpPr>
        <p:spPr>
          <a:xfrm>
            <a:off x="1257300" y="1485900"/>
            <a:ext cx="8420100" cy="238125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표시 기간 값 배경">
            <a:extLst>
              <a:ext uri="{FF2B5EF4-FFF2-40B4-BE49-F238E27FC236}">
                <a16:creationId xmlns:a16="http://schemas.microsoft.com/office/drawing/2014/main" id="{FC9B9A91-0971-491B-9366-8F520B8FD29C}"/>
              </a:ext>
            </a:extLst>
          </p:cNvPr>
          <p:cNvSpPr>
            <a:spLocks noGrp="1"/>
          </p:cNvSpPr>
          <p:nvPr/>
        </p:nvSpPr>
        <p:spPr>
          <a:xfrm>
            <a:off x="1438275" y="1495425"/>
            <a:ext cx="2667000" cy="21907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표시 기간 값">
            <a:extLst>
              <a:ext uri="{FF2B5EF4-FFF2-40B4-BE49-F238E27FC236}">
                <a16:creationId xmlns:a16="http://schemas.microsoft.com/office/drawing/2014/main" id="{02EB8BF4-4C47-4EBF-8DBD-52B559384D5A}"/>
              </a:ext>
            </a:extLst>
          </p:cNvPr>
          <p:cNvSpPr>
            <a:spLocks noGrp="1"/>
          </p:cNvSpPr>
          <p:nvPr/>
        </p:nvSpPr>
        <p:spPr>
          <a:xfrm>
            <a:off x="1571625" y="1524000"/>
            <a:ext cx="2457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표시 기간: 2025-10 ~ 2026-09</a:t>
            </a:r>
          </a:p>
        </p:txBody>
      </p:sp>
      <p:sp>
        <p:nvSpPr>
          <p:cNvPr id="22" name="목록 제목 테두리 재고비용">
            <a:extLst>
              <a:ext uri="{FF2B5EF4-FFF2-40B4-BE49-F238E27FC236}">
                <a16:creationId xmlns:a16="http://schemas.microsoft.com/office/drawing/2014/main" id="{6E6E0449-50EC-40BE-96E7-DA7BA8929B8E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목록 제목 재고비용">
            <a:extLst>
              <a:ext uri="{FF2B5EF4-FFF2-40B4-BE49-F238E27FC236}">
                <a16:creationId xmlns:a16="http://schemas.microsoft.com/office/drawing/2014/main" id="{3EA2C1FC-0375-41F1-927C-1A15FD7C47BA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81724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시간당 생산량 추이 조회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5" name="Chart"/>
          <p:cNvGraphicFramePr/>
          <p:nvPr>
            <p:extLst>
              <p:ext uri="{D42A27DB-BD31-4B8C-83A1-F6EECF244321}">
                <p14:modId xmlns:p14="http://schemas.microsoft.com/office/powerpoint/2010/main" val="4131887939"/>
              </p:ext>
            </p:extLst>
          </p:nvPr>
        </p:nvGraphicFramePr>
        <p:xfrm>
          <a:off x="1400175" y="2247900"/>
          <a:ext cx="814387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화면 설명 번호 1">
            <a:extLst>
              <a:ext uri="{FF2B5EF4-FFF2-40B4-BE49-F238E27FC236}">
                <a16:creationId xmlns:a16="http://schemas.microsoft.com/office/drawing/2014/main" id="{BA86ED9F-9769-DBEA-E6D2-32AB34CA6D3C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화면 설명 번호 2">
            <a:extLst>
              <a:ext uri="{FF2B5EF4-FFF2-40B4-BE49-F238E27FC236}">
                <a16:creationId xmlns:a16="http://schemas.microsoft.com/office/drawing/2014/main" id="{F00813E2-A381-ACFA-F9C9-459FF014804C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7366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928406788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7B947D9A-7D9A-45C5-A6DF-454350ED0CE4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기능 설명 300">
            <a:extLst>
              <a:ext uri="{FF2B5EF4-FFF2-40B4-BE49-F238E27FC236}">
                <a16:creationId xmlns:a16="http://schemas.microsoft.com/office/drawing/2014/main" id="{8A753A89-5431-4C50-90AD-282E22A6AA53}"/>
              </a:ext>
            </a:extLst>
          </p:cNvPr>
          <p:cNvSpPr>
            <a:spLocks noGrp="1"/>
          </p:cNvSpPr>
          <p:nvPr/>
        </p:nvSpPr>
        <p:spPr>
          <a:xfrm>
            <a:off x="386493" y="1052514"/>
            <a:ext cx="8886825" cy="35147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완제품 불량률과 시간당 생산량 과거 추이를 그래프로 한눈에 확인한다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표시 기간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현재 월을 제외한 직전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개월을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혼합 그래프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완제품 불량률 추이 조회</a:t>
            </a: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총생산량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수량을 첫 번쨰 축을 사용해 겹친 막대 그래프로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불량율을 두 번째 축을 사용해 선 그래프로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❸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표시 기간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현재 월을 제외한 직전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개월을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- ❹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선 그래프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월 평균 시간당 생산량을 선 그래프로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월별 불량율 그래프와 월 평균 시간당 생산량 그래프를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15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초 간격으로 반복 전환한다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각 그래프의 제목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항목과 월별 수치를 전환 상태에 맞춰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현재월을 제외한 직전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개월이며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현재월이 바뀌면 표시 기간도 함께 이동한다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두 그래프는 동일한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개월의 월별 데이터를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0135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68410958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B194FE32-0D39-4EA7-BFF5-287126699DC9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4973587A-F0A2-4E3A-BD47-02850DC7FEEC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3A6025B9-A451-4AB4-827B-9342C966613D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2282DCF1-B738-4C00-A54C-F773CEA48B29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7834F3EB-21C2-449A-B43C-1469B3AA8DCA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37730328-2CA6-48FA-9C99-BBB90A16521E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FFE24658-D71E-48D1-9887-6BCEF42B93E7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33965D11-1A87-4B5D-A446-4782CE4F009B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247E7C49-0F19-45C1-A959-4F49453A804F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7907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336D2F96-3715-4D51-B8D7-2D883DB1783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8" name="목록 제목 테두리 매입 견적 산출 모니터링">
            <a:extLst>
              <a:ext uri="{FF2B5EF4-FFF2-40B4-BE49-F238E27FC236}">
                <a16:creationId xmlns:a16="http://schemas.microsoft.com/office/drawing/2014/main" id="{8432A259-C877-4F9B-A886-AA124D9CD221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목록 제목 매입 견적 산출 모니터링">
            <a:extLst>
              <a:ext uri="{FF2B5EF4-FFF2-40B4-BE49-F238E27FC236}">
                <a16:creationId xmlns:a16="http://schemas.microsoft.com/office/drawing/2014/main" id="{9DA96514-31CD-46BA-A756-445D12D75864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22" name="목록 페이징 바탕">
            <a:extLst>
              <a:ext uri="{FF2B5EF4-FFF2-40B4-BE49-F238E27FC236}">
                <a16:creationId xmlns:a16="http://schemas.microsoft.com/office/drawing/2014/main" id="{0F78C82A-B56F-4817-9422-17350A02ED3F}"/>
              </a:ext>
            </a:extLst>
          </p:cNvPr>
          <p:cNvSpPr>
            <a:spLocks noGrp="1"/>
          </p:cNvSpPr>
          <p:nvPr/>
        </p:nvSpPr>
        <p:spPr>
          <a:xfrm>
            <a:off x="1257300" y="343852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페이징 0">
            <a:extLst>
              <a:ext uri="{FF2B5EF4-FFF2-40B4-BE49-F238E27FC236}">
                <a16:creationId xmlns:a16="http://schemas.microsoft.com/office/drawing/2014/main" id="{17EE3B5A-8027-4B94-B7DD-48A638F08FC3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24" name="페이징 1">
            <a:extLst>
              <a:ext uri="{FF2B5EF4-FFF2-40B4-BE49-F238E27FC236}">
                <a16:creationId xmlns:a16="http://schemas.microsoft.com/office/drawing/2014/main" id="{86707CD8-777E-4A76-9041-EF6BE442A578}"/>
              </a:ext>
            </a:extLst>
          </p:cNvPr>
          <p:cNvSpPr>
            <a:spLocks noGrp="1"/>
          </p:cNvSpPr>
          <p:nvPr/>
        </p:nvSpPr>
        <p:spPr>
          <a:xfrm>
            <a:off x="1581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25" name="현재 페이지">
            <a:extLst>
              <a:ext uri="{FF2B5EF4-FFF2-40B4-BE49-F238E27FC236}">
                <a16:creationId xmlns:a16="http://schemas.microsoft.com/office/drawing/2014/main" id="{0AF488B3-E081-40F1-B6B9-7A7E3F86F1FC}"/>
              </a:ext>
            </a:extLst>
          </p:cNvPr>
          <p:cNvSpPr>
            <a:spLocks noGrp="1"/>
          </p:cNvSpPr>
          <p:nvPr/>
        </p:nvSpPr>
        <p:spPr>
          <a:xfrm>
            <a:off x="1838325" y="344805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페이징 2">
            <a:extLst>
              <a:ext uri="{FF2B5EF4-FFF2-40B4-BE49-F238E27FC236}">
                <a16:creationId xmlns:a16="http://schemas.microsoft.com/office/drawing/2014/main" id="{81E98907-3B1F-43AB-88F3-82F12714422D}"/>
              </a:ext>
            </a:extLst>
          </p:cNvPr>
          <p:cNvSpPr>
            <a:spLocks noGrp="1"/>
          </p:cNvSpPr>
          <p:nvPr/>
        </p:nvSpPr>
        <p:spPr>
          <a:xfrm>
            <a:off x="1809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페이징 3">
            <a:extLst>
              <a:ext uri="{FF2B5EF4-FFF2-40B4-BE49-F238E27FC236}">
                <a16:creationId xmlns:a16="http://schemas.microsoft.com/office/drawing/2014/main" id="{43BE03F9-0FAB-4326-A4C9-55A3D80C6D25}"/>
              </a:ext>
            </a:extLst>
          </p:cNvPr>
          <p:cNvSpPr>
            <a:spLocks noGrp="1"/>
          </p:cNvSpPr>
          <p:nvPr/>
        </p:nvSpPr>
        <p:spPr>
          <a:xfrm>
            <a:off x="2038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페이징 4">
            <a:extLst>
              <a:ext uri="{FF2B5EF4-FFF2-40B4-BE49-F238E27FC236}">
                <a16:creationId xmlns:a16="http://schemas.microsoft.com/office/drawing/2014/main" id="{0CA69530-6D46-446C-9FD5-28E9A860CC58}"/>
              </a:ext>
            </a:extLst>
          </p:cNvPr>
          <p:cNvSpPr>
            <a:spLocks noGrp="1"/>
          </p:cNvSpPr>
          <p:nvPr/>
        </p:nvSpPr>
        <p:spPr>
          <a:xfrm>
            <a:off x="22669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페이징 5">
            <a:extLst>
              <a:ext uri="{FF2B5EF4-FFF2-40B4-BE49-F238E27FC236}">
                <a16:creationId xmlns:a16="http://schemas.microsoft.com/office/drawing/2014/main" id="{1629C184-2FAF-484B-AC12-3043F6FC653A}"/>
              </a:ext>
            </a:extLst>
          </p:cNvPr>
          <p:cNvSpPr>
            <a:spLocks noGrp="1"/>
          </p:cNvSpPr>
          <p:nvPr/>
        </p:nvSpPr>
        <p:spPr>
          <a:xfrm>
            <a:off x="2495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0" name="페이징 6">
            <a:extLst>
              <a:ext uri="{FF2B5EF4-FFF2-40B4-BE49-F238E27FC236}">
                <a16:creationId xmlns:a16="http://schemas.microsoft.com/office/drawing/2014/main" id="{EEBAAAF1-5DA7-4DC8-B519-52AD7D50848C}"/>
              </a:ext>
            </a:extLst>
          </p:cNvPr>
          <p:cNvSpPr>
            <a:spLocks noGrp="1"/>
          </p:cNvSpPr>
          <p:nvPr/>
        </p:nvSpPr>
        <p:spPr>
          <a:xfrm>
            <a:off x="2724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페이징 7">
            <a:extLst>
              <a:ext uri="{FF2B5EF4-FFF2-40B4-BE49-F238E27FC236}">
                <a16:creationId xmlns:a16="http://schemas.microsoft.com/office/drawing/2014/main" id="{0BEA34F7-FC09-476D-930C-5B7F39D25858}"/>
              </a:ext>
            </a:extLst>
          </p:cNvPr>
          <p:cNvSpPr>
            <a:spLocks noGrp="1"/>
          </p:cNvSpPr>
          <p:nvPr/>
        </p:nvSpPr>
        <p:spPr>
          <a:xfrm>
            <a:off x="2952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2" name="페이징 8">
            <a:extLst>
              <a:ext uri="{FF2B5EF4-FFF2-40B4-BE49-F238E27FC236}">
                <a16:creationId xmlns:a16="http://schemas.microsoft.com/office/drawing/2014/main" id="{B92F9B94-BD5C-456B-B817-077F7BEF0DC4}"/>
              </a:ext>
            </a:extLst>
          </p:cNvPr>
          <p:cNvSpPr>
            <a:spLocks noGrp="1"/>
          </p:cNvSpPr>
          <p:nvPr/>
        </p:nvSpPr>
        <p:spPr>
          <a:xfrm>
            <a:off x="3181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3" name="목록 건수">
            <a:extLst>
              <a:ext uri="{FF2B5EF4-FFF2-40B4-BE49-F238E27FC236}">
                <a16:creationId xmlns:a16="http://schemas.microsoft.com/office/drawing/2014/main" id="{540AC416-3232-4649-A01F-672BF1C54235}"/>
              </a:ext>
            </a:extLst>
          </p:cNvPr>
          <p:cNvSpPr>
            <a:spLocks noGrp="1"/>
          </p:cNvSpPr>
          <p:nvPr/>
        </p:nvSpPr>
        <p:spPr>
          <a:xfrm>
            <a:off x="8067675" y="344805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aphicFrame>
        <p:nvGraphicFramePr>
          <p:cNvPr id="34" name="선택 데이터 정보"/>
          <p:cNvGraphicFramePr/>
          <p:nvPr>
            <p:extLst>
              <p:ext uri="{D42A27DB-BD31-4B8C-83A1-F6EECF244321}">
                <p14:modId xmlns:p14="http://schemas.microsoft.com/office/powerpoint/2010/main" val="3422878419"/>
              </p:ext>
            </p:extLst>
          </p:nvPr>
        </p:nvGraphicFramePr>
        <p:xfrm>
          <a:off x="4221615" y="3810770"/>
          <a:ext cx="5624891" cy="419100"/>
        </p:xfrm>
        <a:graphic>
          <a:graphicData uri="http://schemas.openxmlformats.org/drawingml/2006/table">
            <a:tbl>
              <a:tblPr/>
              <a:tblGrid>
                <a:gridCol w="1349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불합격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엮음실 불량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v17 query-border 21"/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v17 condition-background 22"/>
          <p:cNvSpPr>
            <a:spLocks noGrp="1"/>
          </p:cNvSpPr>
          <p:nvPr/>
        </p:nvSpPr>
        <p:spPr>
          <a:xfrm>
            <a:off x="1504950" y="1514475"/>
            <a:ext cx="3810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v17 condition-label 23"/>
          <p:cNvSpPr>
            <a:spLocks noGrp="1"/>
          </p:cNvSpPr>
          <p:nvPr/>
        </p:nvSpPr>
        <p:spPr>
          <a:xfrm>
            <a:off x="1552575" y="154305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2026-10-23,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유형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  <p:sp>
        <p:nvSpPr>
          <p:cNvPr id="41" name="v17 badge 24"/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2" name="v17 badge 25"/>
          <p:cNvSpPr>
            <a:spLocks noGrp="1"/>
          </p:cNvSpPr>
          <p:nvPr/>
        </p:nvSpPr>
        <p:spPr>
          <a:xfrm>
            <a:off x="1343025" y="1727218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3" name="v17 badge 26"/>
          <p:cNvSpPr>
            <a:spLocks noGrp="1"/>
          </p:cNvSpPr>
          <p:nvPr/>
        </p:nvSpPr>
        <p:spPr>
          <a:xfrm>
            <a:off x="4150707" y="3688415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5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Freeform 88">
            <a:extLst>
              <a:ext uri="{FF2B5EF4-FFF2-40B4-BE49-F238E27FC236}">
                <a16:creationId xmlns:a16="http://schemas.microsoft.com/office/drawing/2014/main" id="{9EF9CE82-BC7E-4327-12FA-E8070BA3300D}"/>
              </a:ext>
            </a:extLst>
          </p:cNvPr>
          <p:cNvSpPr/>
          <p:nvPr/>
        </p:nvSpPr>
        <p:spPr>
          <a:xfrm>
            <a:off x="2626330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6" name="Group 89">
            <a:extLst>
              <a:ext uri="{FF2B5EF4-FFF2-40B4-BE49-F238E27FC236}">
                <a16:creationId xmlns:a16="http://schemas.microsoft.com/office/drawing/2014/main" id="{FC73677A-3756-5C46-51A9-A75F2A953389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67" name="Freeform 90">
              <a:extLst>
                <a:ext uri="{FF2B5EF4-FFF2-40B4-BE49-F238E27FC236}">
                  <a16:creationId xmlns:a16="http://schemas.microsoft.com/office/drawing/2014/main" id="{BD826F82-A3C0-7947-4290-F8D71FD5A0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68" name="Freeform 91">
            <a:extLst>
              <a:ext uri="{FF2B5EF4-FFF2-40B4-BE49-F238E27FC236}">
                <a16:creationId xmlns:a16="http://schemas.microsoft.com/office/drawing/2014/main" id="{7B7B8D05-8009-BD0D-5AD5-D3F7C5AA67DF}"/>
              </a:ext>
            </a:extLst>
          </p:cNvPr>
          <p:cNvSpPr/>
          <p:nvPr/>
        </p:nvSpPr>
        <p:spPr>
          <a:xfrm>
            <a:off x="3823909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92">
            <a:extLst>
              <a:ext uri="{FF2B5EF4-FFF2-40B4-BE49-F238E27FC236}">
                <a16:creationId xmlns:a16="http://schemas.microsoft.com/office/drawing/2014/main" id="{491ED91B-C141-58F1-F7D1-3790A513274E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70" name="Freeform 93">
              <a:extLst>
                <a:ext uri="{FF2B5EF4-FFF2-40B4-BE49-F238E27FC236}">
                  <a16:creationId xmlns:a16="http://schemas.microsoft.com/office/drawing/2014/main" id="{5FA115B3-2614-CD8E-14D1-7B09546A56A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94">
            <a:extLst>
              <a:ext uri="{FF2B5EF4-FFF2-40B4-BE49-F238E27FC236}">
                <a16:creationId xmlns:a16="http://schemas.microsoft.com/office/drawing/2014/main" id="{EDDA922F-C274-E276-4C34-0A2AEC644D68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2" name="Freeform 95">
              <a:extLst>
                <a:ext uri="{FF2B5EF4-FFF2-40B4-BE49-F238E27FC236}">
                  <a16:creationId xmlns:a16="http://schemas.microsoft.com/office/drawing/2014/main" id="{E42BF3D6-5DEE-812F-977B-FD821D7BFBF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96">
            <a:extLst>
              <a:ext uri="{FF2B5EF4-FFF2-40B4-BE49-F238E27FC236}">
                <a16:creationId xmlns:a16="http://schemas.microsoft.com/office/drawing/2014/main" id="{851691E5-4E91-C1B6-448A-F9CC5B47F4F7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4" name="Freeform 97">
              <a:extLst>
                <a:ext uri="{FF2B5EF4-FFF2-40B4-BE49-F238E27FC236}">
                  <a16:creationId xmlns:a16="http://schemas.microsoft.com/office/drawing/2014/main" id="{1C3F2F83-06AC-2610-E00B-941198F2DA3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5" name="Freeform 98">
            <a:extLst>
              <a:ext uri="{FF2B5EF4-FFF2-40B4-BE49-F238E27FC236}">
                <a16:creationId xmlns:a16="http://schemas.microsoft.com/office/drawing/2014/main" id="{3A09EE54-5315-B9EA-C51E-9E15437DB60E}"/>
              </a:ext>
            </a:extLst>
          </p:cNvPr>
          <p:cNvSpPr/>
          <p:nvPr/>
        </p:nvSpPr>
        <p:spPr>
          <a:xfrm>
            <a:off x="8614228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Box 166">
            <a:extLst>
              <a:ext uri="{FF2B5EF4-FFF2-40B4-BE49-F238E27FC236}">
                <a16:creationId xmlns:a16="http://schemas.microsoft.com/office/drawing/2014/main" id="{438E58AC-203F-0560-D80B-939960C6386E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2026-09-02-11:03:55 Lane1</a:t>
            </a:r>
          </a:p>
        </p:txBody>
      </p:sp>
      <p:sp>
        <p:nvSpPr>
          <p:cNvPr id="77" name="TextBox 167">
            <a:extLst>
              <a:ext uri="{FF2B5EF4-FFF2-40B4-BE49-F238E27FC236}">
                <a16:creationId xmlns:a16="http://schemas.microsoft.com/office/drawing/2014/main" id="{30B999AF-6FC0-4C02-E100-1B1C9B7410F9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2026-09-02-11:03:50 Lane1</a:t>
            </a:r>
          </a:p>
        </p:txBody>
      </p:sp>
      <p:sp>
        <p:nvSpPr>
          <p:cNvPr id="78" name="TextBox 168">
            <a:extLst>
              <a:ext uri="{FF2B5EF4-FFF2-40B4-BE49-F238E27FC236}">
                <a16:creationId xmlns:a16="http://schemas.microsoft.com/office/drawing/2014/main" id="{CE777D20-0B50-08C5-B541-8719BBFC063C}"/>
              </a:ext>
            </a:extLst>
          </p:cNvPr>
          <p:cNvSpPr txBox="1"/>
          <p:nvPr/>
        </p:nvSpPr>
        <p:spPr>
          <a:xfrm>
            <a:off x="382390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2026-09-02-11:03:45 Lane1</a:t>
            </a:r>
          </a:p>
        </p:txBody>
      </p:sp>
      <p:sp>
        <p:nvSpPr>
          <p:cNvPr id="79" name="TextBox 169">
            <a:extLst>
              <a:ext uri="{FF2B5EF4-FFF2-40B4-BE49-F238E27FC236}">
                <a16:creationId xmlns:a16="http://schemas.microsoft.com/office/drawing/2014/main" id="{CB7B242C-523F-CCFC-1429-F55CAA9D5DDF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2026-09-02-11:03:40 Lane1</a:t>
            </a:r>
          </a:p>
        </p:txBody>
      </p:sp>
      <p:sp>
        <p:nvSpPr>
          <p:cNvPr id="80" name="TextBox 170">
            <a:extLst>
              <a:ext uri="{FF2B5EF4-FFF2-40B4-BE49-F238E27FC236}">
                <a16:creationId xmlns:a16="http://schemas.microsoft.com/office/drawing/2014/main" id="{679508A1-A296-AF18-135D-580EB1844CE5}"/>
              </a:ext>
            </a:extLst>
          </p:cNvPr>
          <p:cNvSpPr txBox="1"/>
          <p:nvPr/>
        </p:nvSpPr>
        <p:spPr>
          <a:xfrm>
            <a:off x="621906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2026-09-02-11:03:35 Lane1</a:t>
            </a:r>
          </a:p>
        </p:txBody>
      </p:sp>
      <p:sp>
        <p:nvSpPr>
          <p:cNvPr id="81" name="TextBox 171">
            <a:extLst>
              <a:ext uri="{FF2B5EF4-FFF2-40B4-BE49-F238E27FC236}">
                <a16:creationId xmlns:a16="http://schemas.microsoft.com/office/drawing/2014/main" id="{C07F8B0A-B10F-D609-6C3B-59547BA0450F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2026-09-02-11:03:30 Lane1</a:t>
            </a:r>
          </a:p>
        </p:txBody>
      </p:sp>
      <p:sp>
        <p:nvSpPr>
          <p:cNvPr id="82" name="TextBox 172">
            <a:extLst>
              <a:ext uri="{FF2B5EF4-FFF2-40B4-BE49-F238E27FC236}">
                <a16:creationId xmlns:a16="http://schemas.microsoft.com/office/drawing/2014/main" id="{52621D8B-8C94-847F-F227-0F2182ACAAE9}"/>
              </a:ext>
            </a:extLst>
          </p:cNvPr>
          <p:cNvSpPr txBox="1"/>
          <p:nvPr/>
        </p:nvSpPr>
        <p:spPr>
          <a:xfrm>
            <a:off x="861422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2026-09-02-11:03:25 Lane1</a:t>
            </a:r>
          </a:p>
        </p:txBody>
      </p:sp>
      <p:grpSp>
        <p:nvGrpSpPr>
          <p:cNvPr id="83" name="Group 89">
            <a:extLst>
              <a:ext uri="{FF2B5EF4-FFF2-40B4-BE49-F238E27FC236}">
                <a16:creationId xmlns:a16="http://schemas.microsoft.com/office/drawing/2014/main" id="{DB3C44E1-FC02-CBE6-EE5A-535FB6E186AB}"/>
              </a:ext>
            </a:extLst>
          </p:cNvPr>
          <p:cNvGrpSpPr/>
          <p:nvPr/>
        </p:nvGrpSpPr>
        <p:grpSpPr>
          <a:xfrm>
            <a:off x="1554049" y="3719752"/>
            <a:ext cx="2433259" cy="2433259"/>
            <a:chOff x="0" y="0"/>
            <a:chExt cx="812800" cy="812800"/>
          </a:xfrm>
        </p:grpSpPr>
        <p:sp>
          <p:nvSpPr>
            <p:cNvPr id="84" name="Freeform 90">
              <a:extLst>
                <a:ext uri="{FF2B5EF4-FFF2-40B4-BE49-F238E27FC236}">
                  <a16:creationId xmlns:a16="http://schemas.microsoft.com/office/drawing/2014/main" id="{C72073D1-611E-C57B-F59A-5092FE5B85D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w="19050"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44" name="v17 badge 27"/>
          <p:cNvSpPr>
            <a:spLocks noGrp="1"/>
          </p:cNvSpPr>
          <p:nvPr/>
        </p:nvSpPr>
        <p:spPr>
          <a:xfrm>
            <a:off x="1409700" y="366241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4837E5AE-9957-FFBB-B22D-BE2616649D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2"/>
          <a:stretch>
            <a:fillRect/>
          </a:stretch>
        </p:blipFill>
        <p:spPr>
          <a:xfrm>
            <a:off x="1676173" y="2503471"/>
            <a:ext cx="368300" cy="3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091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6D28-B57A-E44D-6892-06335626B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FB542313-0300-1521-D575-7A542DEE1AA7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F57CD455-CB0F-B37E-02A0-84D9409AD531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E1C0182F-2A4A-882C-4492-4CE71B6F6BF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AB1FD17F-AABE-AF54-D6D7-44CA1D1C9DA1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7199F4F4-2141-D500-CC8F-506E1296F572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6483184B-9023-6D65-8D21-F3A36414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A2DF8701-C781-7293-AFFC-59D219C97410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7B4054B2-73FA-6CA3-D521-44BE029D954B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1B391ADD-8D76-F4D1-C46A-F0252A787226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D7FF8ADD-672B-6D77-0DC1-648297620394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EB05BE01-29E2-C14D-90D8-8938A40EB1C1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4C1BFDC5-721E-6086-B67E-2DE8AA7F7611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4F8CED71-22A9-3339-DB37-FD7A10743F83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1997585D-8485-8962-0C7B-03ED9FAB2DC7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6592D3E3-B155-9C7E-4915-097EB24283B4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7907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FECAB9E7-3E6C-CAD9-C56C-BB31BF80D464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8" name="목록 제목 테두리 매입 견적 산출 모니터링">
            <a:extLst>
              <a:ext uri="{FF2B5EF4-FFF2-40B4-BE49-F238E27FC236}">
                <a16:creationId xmlns:a16="http://schemas.microsoft.com/office/drawing/2014/main" id="{21E74741-7FA2-AABE-4298-CBBBD86904A9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목록 제목 매입 견적 산출 모니터링">
            <a:extLst>
              <a:ext uri="{FF2B5EF4-FFF2-40B4-BE49-F238E27FC236}">
                <a16:creationId xmlns:a16="http://schemas.microsoft.com/office/drawing/2014/main" id="{6251ED31-13F5-A468-4AF8-8A29D61156AB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22" name="목록 페이징 바탕">
            <a:extLst>
              <a:ext uri="{FF2B5EF4-FFF2-40B4-BE49-F238E27FC236}">
                <a16:creationId xmlns:a16="http://schemas.microsoft.com/office/drawing/2014/main" id="{0DCC48BD-E45F-631E-B213-499255A7CF4F}"/>
              </a:ext>
            </a:extLst>
          </p:cNvPr>
          <p:cNvSpPr>
            <a:spLocks noGrp="1"/>
          </p:cNvSpPr>
          <p:nvPr/>
        </p:nvSpPr>
        <p:spPr>
          <a:xfrm>
            <a:off x="1257300" y="343852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페이징 0">
            <a:extLst>
              <a:ext uri="{FF2B5EF4-FFF2-40B4-BE49-F238E27FC236}">
                <a16:creationId xmlns:a16="http://schemas.microsoft.com/office/drawing/2014/main" id="{D15C8FD8-E8F6-B2E3-938A-45EFCF26F58A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24" name="페이징 1">
            <a:extLst>
              <a:ext uri="{FF2B5EF4-FFF2-40B4-BE49-F238E27FC236}">
                <a16:creationId xmlns:a16="http://schemas.microsoft.com/office/drawing/2014/main" id="{8DDEC446-8F48-B436-E805-4CD15B018B28}"/>
              </a:ext>
            </a:extLst>
          </p:cNvPr>
          <p:cNvSpPr>
            <a:spLocks noGrp="1"/>
          </p:cNvSpPr>
          <p:nvPr/>
        </p:nvSpPr>
        <p:spPr>
          <a:xfrm>
            <a:off x="1581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25" name="현재 페이지">
            <a:extLst>
              <a:ext uri="{FF2B5EF4-FFF2-40B4-BE49-F238E27FC236}">
                <a16:creationId xmlns:a16="http://schemas.microsoft.com/office/drawing/2014/main" id="{C40F80B0-B272-7B60-FFD2-C52698FD2CE1}"/>
              </a:ext>
            </a:extLst>
          </p:cNvPr>
          <p:cNvSpPr>
            <a:spLocks noGrp="1"/>
          </p:cNvSpPr>
          <p:nvPr/>
        </p:nvSpPr>
        <p:spPr>
          <a:xfrm>
            <a:off x="1838325" y="344805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페이징 2">
            <a:extLst>
              <a:ext uri="{FF2B5EF4-FFF2-40B4-BE49-F238E27FC236}">
                <a16:creationId xmlns:a16="http://schemas.microsoft.com/office/drawing/2014/main" id="{78AC9677-A726-0D31-18AF-86B6056A337B}"/>
              </a:ext>
            </a:extLst>
          </p:cNvPr>
          <p:cNvSpPr>
            <a:spLocks noGrp="1"/>
          </p:cNvSpPr>
          <p:nvPr/>
        </p:nvSpPr>
        <p:spPr>
          <a:xfrm>
            <a:off x="1809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페이징 3">
            <a:extLst>
              <a:ext uri="{FF2B5EF4-FFF2-40B4-BE49-F238E27FC236}">
                <a16:creationId xmlns:a16="http://schemas.microsoft.com/office/drawing/2014/main" id="{26CC0F40-9C49-1900-439C-7F85B2C7A17B}"/>
              </a:ext>
            </a:extLst>
          </p:cNvPr>
          <p:cNvSpPr>
            <a:spLocks noGrp="1"/>
          </p:cNvSpPr>
          <p:nvPr/>
        </p:nvSpPr>
        <p:spPr>
          <a:xfrm>
            <a:off x="2038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페이징 4">
            <a:extLst>
              <a:ext uri="{FF2B5EF4-FFF2-40B4-BE49-F238E27FC236}">
                <a16:creationId xmlns:a16="http://schemas.microsoft.com/office/drawing/2014/main" id="{DCD71FA6-13DD-84FD-42AB-B7FC372FEA81}"/>
              </a:ext>
            </a:extLst>
          </p:cNvPr>
          <p:cNvSpPr>
            <a:spLocks noGrp="1"/>
          </p:cNvSpPr>
          <p:nvPr/>
        </p:nvSpPr>
        <p:spPr>
          <a:xfrm>
            <a:off x="22669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페이징 5">
            <a:extLst>
              <a:ext uri="{FF2B5EF4-FFF2-40B4-BE49-F238E27FC236}">
                <a16:creationId xmlns:a16="http://schemas.microsoft.com/office/drawing/2014/main" id="{4962BAD5-6ECC-FF9F-EE35-70805BBC2958}"/>
              </a:ext>
            </a:extLst>
          </p:cNvPr>
          <p:cNvSpPr>
            <a:spLocks noGrp="1"/>
          </p:cNvSpPr>
          <p:nvPr/>
        </p:nvSpPr>
        <p:spPr>
          <a:xfrm>
            <a:off x="2495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0" name="페이징 6">
            <a:extLst>
              <a:ext uri="{FF2B5EF4-FFF2-40B4-BE49-F238E27FC236}">
                <a16:creationId xmlns:a16="http://schemas.microsoft.com/office/drawing/2014/main" id="{DC3A5D0D-3671-1618-75E5-9C561DCE94DE}"/>
              </a:ext>
            </a:extLst>
          </p:cNvPr>
          <p:cNvSpPr>
            <a:spLocks noGrp="1"/>
          </p:cNvSpPr>
          <p:nvPr/>
        </p:nvSpPr>
        <p:spPr>
          <a:xfrm>
            <a:off x="2724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페이징 7">
            <a:extLst>
              <a:ext uri="{FF2B5EF4-FFF2-40B4-BE49-F238E27FC236}">
                <a16:creationId xmlns:a16="http://schemas.microsoft.com/office/drawing/2014/main" id="{A573E7A8-5F78-B43C-E513-C7FE478D5866}"/>
              </a:ext>
            </a:extLst>
          </p:cNvPr>
          <p:cNvSpPr>
            <a:spLocks noGrp="1"/>
          </p:cNvSpPr>
          <p:nvPr/>
        </p:nvSpPr>
        <p:spPr>
          <a:xfrm>
            <a:off x="2952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2" name="페이징 8">
            <a:extLst>
              <a:ext uri="{FF2B5EF4-FFF2-40B4-BE49-F238E27FC236}">
                <a16:creationId xmlns:a16="http://schemas.microsoft.com/office/drawing/2014/main" id="{61322F9C-E554-D606-AD09-919E4BA123DB}"/>
              </a:ext>
            </a:extLst>
          </p:cNvPr>
          <p:cNvSpPr>
            <a:spLocks noGrp="1"/>
          </p:cNvSpPr>
          <p:nvPr/>
        </p:nvSpPr>
        <p:spPr>
          <a:xfrm>
            <a:off x="3181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3" name="목록 건수">
            <a:extLst>
              <a:ext uri="{FF2B5EF4-FFF2-40B4-BE49-F238E27FC236}">
                <a16:creationId xmlns:a16="http://schemas.microsoft.com/office/drawing/2014/main" id="{3C0F190B-50F5-BFA5-DAFC-A2224615756D}"/>
              </a:ext>
            </a:extLst>
          </p:cNvPr>
          <p:cNvSpPr>
            <a:spLocks noGrp="1"/>
          </p:cNvSpPr>
          <p:nvPr/>
        </p:nvSpPr>
        <p:spPr>
          <a:xfrm>
            <a:off x="8067675" y="344805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aphicFrame>
        <p:nvGraphicFramePr>
          <p:cNvPr id="34" name="선택 데이터 정보">
            <a:extLst>
              <a:ext uri="{FF2B5EF4-FFF2-40B4-BE49-F238E27FC236}">
                <a16:creationId xmlns:a16="http://schemas.microsoft.com/office/drawing/2014/main" id="{6CA9B7E3-FF61-438E-1722-D56DB58122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8619634"/>
              </p:ext>
            </p:extLst>
          </p:nvPr>
        </p:nvGraphicFramePr>
        <p:xfrm>
          <a:off x="4221615" y="3810770"/>
          <a:ext cx="5624891" cy="419100"/>
        </p:xfrm>
        <a:graphic>
          <a:graphicData uri="http://schemas.openxmlformats.org/drawingml/2006/table">
            <a:tbl>
              <a:tblPr/>
              <a:tblGrid>
                <a:gridCol w="1349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2026-09-02-11:03:50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합격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v17 query-border 21">
            <a:extLst>
              <a:ext uri="{FF2B5EF4-FFF2-40B4-BE49-F238E27FC236}">
                <a16:creationId xmlns:a16="http://schemas.microsoft.com/office/drawing/2014/main" id="{F029A143-DB9B-13E8-7674-816C5F5BF3FE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v17 condition-background 22">
            <a:extLst>
              <a:ext uri="{FF2B5EF4-FFF2-40B4-BE49-F238E27FC236}">
                <a16:creationId xmlns:a16="http://schemas.microsoft.com/office/drawing/2014/main" id="{68442932-2CC9-16E5-4705-C8EE50E23BF9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3810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v17 condition-label 23">
            <a:extLst>
              <a:ext uri="{FF2B5EF4-FFF2-40B4-BE49-F238E27FC236}">
                <a16:creationId xmlns:a16="http://schemas.microsoft.com/office/drawing/2014/main" id="{AB317302-96BD-269A-4054-E11D6A5491A4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2026-10-23,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유형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v17 badge 24">
            <a:extLst>
              <a:ext uri="{FF2B5EF4-FFF2-40B4-BE49-F238E27FC236}">
                <a16:creationId xmlns:a16="http://schemas.microsoft.com/office/drawing/2014/main" id="{84850C95-B375-1B08-83E8-69E38DB0D6DD}"/>
              </a:ext>
            </a:extLst>
          </p:cNvPr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2" name="v17 badge 25">
            <a:extLst>
              <a:ext uri="{FF2B5EF4-FFF2-40B4-BE49-F238E27FC236}">
                <a16:creationId xmlns:a16="http://schemas.microsoft.com/office/drawing/2014/main" id="{89B5C835-E90B-FAC6-A809-088A75E8C663}"/>
              </a:ext>
            </a:extLst>
          </p:cNvPr>
          <p:cNvSpPr>
            <a:spLocks noGrp="1"/>
          </p:cNvSpPr>
          <p:nvPr/>
        </p:nvSpPr>
        <p:spPr>
          <a:xfrm>
            <a:off x="1343025" y="1727218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3" name="v17 badge 26">
            <a:extLst>
              <a:ext uri="{FF2B5EF4-FFF2-40B4-BE49-F238E27FC236}">
                <a16:creationId xmlns:a16="http://schemas.microsoft.com/office/drawing/2014/main" id="{8CC0D5F0-86D7-D706-689D-D37F248437CE}"/>
              </a:ext>
            </a:extLst>
          </p:cNvPr>
          <p:cNvSpPr>
            <a:spLocks noGrp="1"/>
          </p:cNvSpPr>
          <p:nvPr/>
        </p:nvSpPr>
        <p:spPr>
          <a:xfrm>
            <a:off x="4150707" y="3688415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5" name="조회 조건 필터 아이콘 128">
            <a:extLst>
              <a:ext uri="{FF2B5EF4-FFF2-40B4-BE49-F238E27FC236}">
                <a16:creationId xmlns:a16="http://schemas.microsoft.com/office/drawing/2014/main" id="{80D2ADED-4684-ED57-A01D-327E6AC47A90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조건 필터 아이콘 129">
            <a:extLst>
              <a:ext uri="{FF2B5EF4-FFF2-40B4-BE49-F238E27FC236}">
                <a16:creationId xmlns:a16="http://schemas.microsoft.com/office/drawing/2014/main" id="{738C865F-ECDF-5C3C-352A-8098A1670AE7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조건 필터 아이콘 130">
            <a:extLst>
              <a:ext uri="{FF2B5EF4-FFF2-40B4-BE49-F238E27FC236}">
                <a16:creationId xmlns:a16="http://schemas.microsoft.com/office/drawing/2014/main" id="{43FB4384-4ABB-CF7C-B841-AD48DEF8F5E2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조건 필터 아이콘 131">
            <a:extLst>
              <a:ext uri="{FF2B5EF4-FFF2-40B4-BE49-F238E27FC236}">
                <a16:creationId xmlns:a16="http://schemas.microsoft.com/office/drawing/2014/main" id="{46D96477-ABFB-2C6B-031B-C0E5715B7C3C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조건 필터 아이콘 132">
            <a:extLst>
              <a:ext uri="{FF2B5EF4-FFF2-40B4-BE49-F238E27FC236}">
                <a16:creationId xmlns:a16="http://schemas.microsoft.com/office/drawing/2014/main" id="{B6897254-5ACD-C25E-9F03-4C22FD91E935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조건 필터 아이콘 133">
            <a:extLst>
              <a:ext uri="{FF2B5EF4-FFF2-40B4-BE49-F238E27FC236}">
                <a16:creationId xmlns:a16="http://schemas.microsoft.com/office/drawing/2014/main" id="{64D4D2E8-E2D9-B875-077B-3F28794FFB29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4">
            <a:extLst>
              <a:ext uri="{FF2B5EF4-FFF2-40B4-BE49-F238E27FC236}">
                <a16:creationId xmlns:a16="http://schemas.microsoft.com/office/drawing/2014/main" id="{8465099D-6CEC-62E8-0B65-61D6E46D5C05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조회 실행 아이콘 135">
            <a:extLst>
              <a:ext uri="{FF2B5EF4-FFF2-40B4-BE49-F238E27FC236}">
                <a16:creationId xmlns:a16="http://schemas.microsoft.com/office/drawing/2014/main" id="{D61B5963-E3D9-FAEA-AE7A-E45CB03F1BC7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조회 실행 아이콘 136">
            <a:extLst>
              <a:ext uri="{FF2B5EF4-FFF2-40B4-BE49-F238E27FC236}">
                <a16:creationId xmlns:a16="http://schemas.microsoft.com/office/drawing/2014/main" id="{F7763AFF-9560-0CD7-97D2-5A322A248C1D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조회 실행 아이콘 137">
            <a:extLst>
              <a:ext uri="{FF2B5EF4-FFF2-40B4-BE49-F238E27FC236}">
                <a16:creationId xmlns:a16="http://schemas.microsoft.com/office/drawing/2014/main" id="{3CD02390-22D9-BF47-04DB-CC60CF82B260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조회 실행 아이콘 138">
            <a:extLst>
              <a:ext uri="{FF2B5EF4-FFF2-40B4-BE49-F238E27FC236}">
                <a16:creationId xmlns:a16="http://schemas.microsoft.com/office/drawing/2014/main" id="{BB504228-6F23-E1B6-8400-E16B4FFE3A73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조회 실행 아이콘 139">
            <a:extLst>
              <a:ext uri="{FF2B5EF4-FFF2-40B4-BE49-F238E27FC236}">
                <a16:creationId xmlns:a16="http://schemas.microsoft.com/office/drawing/2014/main" id="{AD75AD91-1DBB-75BD-9C81-2718A672600C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목록 1 다운로드 아이콘 140">
            <a:extLst>
              <a:ext uri="{FF2B5EF4-FFF2-40B4-BE49-F238E27FC236}">
                <a16:creationId xmlns:a16="http://schemas.microsoft.com/office/drawing/2014/main" id="{E7563104-FC5F-13DD-B934-442F4D757A73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목록 1 다운로드 아이콘 141">
            <a:extLst>
              <a:ext uri="{FF2B5EF4-FFF2-40B4-BE49-F238E27FC236}">
                <a16:creationId xmlns:a16="http://schemas.microsoft.com/office/drawing/2014/main" id="{1DEA5F56-9388-656A-168C-4EE26AB7C2D7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목록 1 다운로드 아이콘 142">
            <a:extLst>
              <a:ext uri="{FF2B5EF4-FFF2-40B4-BE49-F238E27FC236}">
                <a16:creationId xmlns:a16="http://schemas.microsoft.com/office/drawing/2014/main" id="{CEF3DB54-FB7D-2958-8892-AD81FC350D75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목록 1 다운로드 아이콘 143">
            <a:extLst>
              <a:ext uri="{FF2B5EF4-FFF2-40B4-BE49-F238E27FC236}">
                <a16:creationId xmlns:a16="http://schemas.microsoft.com/office/drawing/2014/main" id="{3F03CC00-4F85-50BD-21FF-D6EC0DBAC4FF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목록 1 다운로드 아이콘 144">
            <a:extLst>
              <a:ext uri="{FF2B5EF4-FFF2-40B4-BE49-F238E27FC236}">
                <a16:creationId xmlns:a16="http://schemas.microsoft.com/office/drawing/2014/main" id="{38601482-D99D-13D2-BB98-D968F1111944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Freeform 88">
            <a:extLst>
              <a:ext uri="{FF2B5EF4-FFF2-40B4-BE49-F238E27FC236}">
                <a16:creationId xmlns:a16="http://schemas.microsoft.com/office/drawing/2014/main" id="{BE77B301-D5EA-F266-F80B-4339C1454887}"/>
              </a:ext>
            </a:extLst>
          </p:cNvPr>
          <p:cNvSpPr/>
          <p:nvPr/>
        </p:nvSpPr>
        <p:spPr>
          <a:xfrm>
            <a:off x="2626330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6" name="Group 89">
            <a:extLst>
              <a:ext uri="{FF2B5EF4-FFF2-40B4-BE49-F238E27FC236}">
                <a16:creationId xmlns:a16="http://schemas.microsoft.com/office/drawing/2014/main" id="{1704E836-1CAA-9421-4D51-DC7216BDC969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67" name="Freeform 90">
              <a:extLst>
                <a:ext uri="{FF2B5EF4-FFF2-40B4-BE49-F238E27FC236}">
                  <a16:creationId xmlns:a16="http://schemas.microsoft.com/office/drawing/2014/main" id="{CE6CD44B-64E4-647E-89D6-B39B989A1D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68" name="Freeform 91">
            <a:extLst>
              <a:ext uri="{FF2B5EF4-FFF2-40B4-BE49-F238E27FC236}">
                <a16:creationId xmlns:a16="http://schemas.microsoft.com/office/drawing/2014/main" id="{7DD89FE2-812D-6ADC-146B-6A3FF04D93A7}"/>
              </a:ext>
            </a:extLst>
          </p:cNvPr>
          <p:cNvSpPr/>
          <p:nvPr/>
        </p:nvSpPr>
        <p:spPr>
          <a:xfrm>
            <a:off x="3823909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92">
            <a:extLst>
              <a:ext uri="{FF2B5EF4-FFF2-40B4-BE49-F238E27FC236}">
                <a16:creationId xmlns:a16="http://schemas.microsoft.com/office/drawing/2014/main" id="{54F2A559-9B7E-C2ED-1792-5BC005C1A62C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70" name="Freeform 93">
              <a:extLst>
                <a:ext uri="{FF2B5EF4-FFF2-40B4-BE49-F238E27FC236}">
                  <a16:creationId xmlns:a16="http://schemas.microsoft.com/office/drawing/2014/main" id="{97254B04-F83B-2E12-D529-84E5093732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94">
            <a:extLst>
              <a:ext uri="{FF2B5EF4-FFF2-40B4-BE49-F238E27FC236}">
                <a16:creationId xmlns:a16="http://schemas.microsoft.com/office/drawing/2014/main" id="{EE296696-5273-D713-7AD1-F0A3A09744F2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2" name="Freeform 95">
              <a:extLst>
                <a:ext uri="{FF2B5EF4-FFF2-40B4-BE49-F238E27FC236}">
                  <a16:creationId xmlns:a16="http://schemas.microsoft.com/office/drawing/2014/main" id="{3F33D249-5C3B-0587-6F0B-339457DB70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96">
            <a:extLst>
              <a:ext uri="{FF2B5EF4-FFF2-40B4-BE49-F238E27FC236}">
                <a16:creationId xmlns:a16="http://schemas.microsoft.com/office/drawing/2014/main" id="{F1BC4FD3-ED1F-BC57-5920-E5DC0C68A03D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4" name="Freeform 97">
              <a:extLst>
                <a:ext uri="{FF2B5EF4-FFF2-40B4-BE49-F238E27FC236}">
                  <a16:creationId xmlns:a16="http://schemas.microsoft.com/office/drawing/2014/main" id="{164934BF-7416-3985-A2B1-1B52CF39555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5" name="Freeform 98">
            <a:extLst>
              <a:ext uri="{FF2B5EF4-FFF2-40B4-BE49-F238E27FC236}">
                <a16:creationId xmlns:a16="http://schemas.microsoft.com/office/drawing/2014/main" id="{3C2C18F9-50AB-0351-0E7E-AF01D3C11E5B}"/>
              </a:ext>
            </a:extLst>
          </p:cNvPr>
          <p:cNvSpPr/>
          <p:nvPr/>
        </p:nvSpPr>
        <p:spPr>
          <a:xfrm>
            <a:off x="8614228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Box 166">
            <a:extLst>
              <a:ext uri="{FF2B5EF4-FFF2-40B4-BE49-F238E27FC236}">
                <a16:creationId xmlns:a16="http://schemas.microsoft.com/office/drawing/2014/main" id="{E489FCEB-1CEE-647C-27A4-C221DAC32D70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2026-09-02-11:03:55 Lane1</a:t>
            </a:r>
          </a:p>
        </p:txBody>
      </p:sp>
      <p:sp>
        <p:nvSpPr>
          <p:cNvPr id="77" name="TextBox 167">
            <a:extLst>
              <a:ext uri="{FF2B5EF4-FFF2-40B4-BE49-F238E27FC236}">
                <a16:creationId xmlns:a16="http://schemas.microsoft.com/office/drawing/2014/main" id="{9C173A45-0950-FA86-EECB-D5F3454CD227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2026-09-02-11:03:50 Lane1</a:t>
            </a:r>
          </a:p>
        </p:txBody>
      </p:sp>
      <p:sp>
        <p:nvSpPr>
          <p:cNvPr id="78" name="TextBox 168">
            <a:extLst>
              <a:ext uri="{FF2B5EF4-FFF2-40B4-BE49-F238E27FC236}">
                <a16:creationId xmlns:a16="http://schemas.microsoft.com/office/drawing/2014/main" id="{B7873B5D-C609-D494-9AC9-13C6DA57838E}"/>
              </a:ext>
            </a:extLst>
          </p:cNvPr>
          <p:cNvSpPr txBox="1"/>
          <p:nvPr/>
        </p:nvSpPr>
        <p:spPr>
          <a:xfrm>
            <a:off x="382390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2026-09-02-11:03:45 Lane1</a:t>
            </a:r>
          </a:p>
        </p:txBody>
      </p:sp>
      <p:sp>
        <p:nvSpPr>
          <p:cNvPr id="79" name="TextBox 169">
            <a:extLst>
              <a:ext uri="{FF2B5EF4-FFF2-40B4-BE49-F238E27FC236}">
                <a16:creationId xmlns:a16="http://schemas.microsoft.com/office/drawing/2014/main" id="{29CFA25D-652E-64E2-2006-7CE9834C04DC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2026-09-02-11:03:40 Lane1</a:t>
            </a:r>
          </a:p>
        </p:txBody>
      </p:sp>
      <p:sp>
        <p:nvSpPr>
          <p:cNvPr id="80" name="TextBox 170">
            <a:extLst>
              <a:ext uri="{FF2B5EF4-FFF2-40B4-BE49-F238E27FC236}">
                <a16:creationId xmlns:a16="http://schemas.microsoft.com/office/drawing/2014/main" id="{960816C9-D4BA-BF5A-A706-BC5D88EE2339}"/>
              </a:ext>
            </a:extLst>
          </p:cNvPr>
          <p:cNvSpPr txBox="1"/>
          <p:nvPr/>
        </p:nvSpPr>
        <p:spPr>
          <a:xfrm>
            <a:off x="621906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2026-09-02-11:03:35 Lane1</a:t>
            </a:r>
          </a:p>
        </p:txBody>
      </p:sp>
      <p:sp>
        <p:nvSpPr>
          <p:cNvPr id="81" name="TextBox 171">
            <a:extLst>
              <a:ext uri="{FF2B5EF4-FFF2-40B4-BE49-F238E27FC236}">
                <a16:creationId xmlns:a16="http://schemas.microsoft.com/office/drawing/2014/main" id="{55B419BF-0171-5331-D876-164471F54EF5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2026-09-02-11:03:30 Lane1</a:t>
            </a:r>
          </a:p>
        </p:txBody>
      </p:sp>
      <p:sp>
        <p:nvSpPr>
          <p:cNvPr id="82" name="TextBox 172">
            <a:extLst>
              <a:ext uri="{FF2B5EF4-FFF2-40B4-BE49-F238E27FC236}">
                <a16:creationId xmlns:a16="http://schemas.microsoft.com/office/drawing/2014/main" id="{0CD0CB29-8FA4-12FE-6EF5-EDA470049D99}"/>
              </a:ext>
            </a:extLst>
          </p:cNvPr>
          <p:cNvSpPr txBox="1"/>
          <p:nvPr/>
        </p:nvSpPr>
        <p:spPr>
          <a:xfrm>
            <a:off x="861422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2026-09-02-11:03:25 Lane1</a:t>
            </a:r>
          </a:p>
        </p:txBody>
      </p:sp>
      <p:sp>
        <p:nvSpPr>
          <p:cNvPr id="36" name="Freeform 88">
            <a:extLst>
              <a:ext uri="{FF2B5EF4-FFF2-40B4-BE49-F238E27FC236}">
                <a16:creationId xmlns:a16="http://schemas.microsoft.com/office/drawing/2014/main" id="{3DE88F42-5801-0FF9-AE2F-61F78295E332}"/>
              </a:ext>
            </a:extLst>
          </p:cNvPr>
          <p:cNvSpPr/>
          <p:nvPr/>
        </p:nvSpPr>
        <p:spPr>
          <a:xfrm>
            <a:off x="1552575" y="3730092"/>
            <a:ext cx="2433258" cy="2433258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v17 badge 27">
            <a:extLst>
              <a:ext uri="{FF2B5EF4-FFF2-40B4-BE49-F238E27FC236}">
                <a16:creationId xmlns:a16="http://schemas.microsoft.com/office/drawing/2014/main" id="{263F78E7-0C9D-88C8-1A54-C13A1E4F0D32}"/>
              </a:ext>
            </a:extLst>
          </p:cNvPr>
          <p:cNvSpPr>
            <a:spLocks noGrp="1"/>
          </p:cNvSpPr>
          <p:nvPr/>
        </p:nvSpPr>
        <p:spPr>
          <a:xfrm>
            <a:off x="1409700" y="366241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F096CA02-9D15-9A90-8851-D1077ABDD7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2"/>
          <a:stretch>
            <a:fillRect/>
          </a:stretch>
        </p:blipFill>
        <p:spPr>
          <a:xfrm>
            <a:off x="2873753" y="2503471"/>
            <a:ext cx="368300" cy="3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0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1066-DF74-E7EC-13AF-2628645E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437C5A7-11B2-0B4B-2397-C254AB8C47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7511527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B0E3CBEB-9B87-5CF0-663F-74359DBE4C68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DD381062-1838-7497-50A8-3466556A116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7E6521D3-B7B8-EA3C-9735-E4A9E64B5959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5B48E7E3-3E18-F5DC-D70B-DF226F14A65A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A0710587-1553-C49A-096C-34B793967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98B5F70F-BB44-242A-FBDD-F638C1137A1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v17 description 56">
            <a:extLst>
              <a:ext uri="{FF2B5EF4-FFF2-40B4-BE49-F238E27FC236}">
                <a16:creationId xmlns:a16="http://schemas.microsoft.com/office/drawing/2014/main" id="{32C78591-0CFA-BD94-910C-107FB741F0B3}"/>
              </a:ext>
            </a:extLst>
          </p:cNvPr>
          <p:cNvSpPr>
            <a:spLocks noGrp="1"/>
          </p:cNvSpPr>
          <p:nvPr/>
        </p:nvSpPr>
        <p:spPr>
          <a:xfrm>
            <a:off x="386493" y="928627"/>
            <a:ext cx="8886825" cy="36576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촬영된 원본 사진을 품질 검사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를 활용해 검사한 결과를 모니터링 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유형을 선택하여 조회한다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비전 카메라에서 발생하는 이미지를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이미지 선택 시 아래 상세보기에 자세한 내용을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여부는 테두리 색으로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 초록색 테두리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 빨간색 테두리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❸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선택한 이미지의 촬영일시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유형을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❹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선택한 이미지를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조회 버튼을 누르면 선택한 조건에 맞는 목록을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이미지를 선택하면 선택 표시와 ❸ 선택 정보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❹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이미지를 함께 갱신한다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목록은 최신 순으로 정렬하며 같은 라인 번호를 먼저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목록 하단의 페이지 번호를 누르면 해당 페이지를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건씩 조회한다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조회 조건</a:t>
            </a: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조회 일자는 기본적으로 현재 일을 조회한다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lang="ko-KR" altLang="en-US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유형은 기본적으로 전체를 조회한다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5581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3384-4927-415B-F2CB-6B222E52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F587392F-4998-E147-43A2-D5D6444CB1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76616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TD3-011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TD4-011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내역조회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C90EA26-2590-D65C-9E81-7037A4362D2C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7021C0CC-DC20-1B6F-6D9A-DD6991E8EB97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A09F98D3-62AC-023D-AA77-1A5531D44C2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87DD2C8B-40D8-51C6-77C2-C202D3C3997B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2DFC15B0-4479-C2F2-2E70-5F09CF18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6A2323EA-42C6-6B36-6667-6E707EE04DA8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78C5C19B-8E9E-CC70-1CB4-F5AD5AB8303B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2F1972EE-6728-AA5C-1211-CC363D951F14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D096B1DB-A978-D93C-7845-0957CAC7360D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6C19A216-7B66-3650-9A6E-AB2B8BEC520C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B4CB7D48-E11E-197A-E328-912292A38976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F145A0D5-2503-8BF3-8097-FD963D30893A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D0A6963B-98BD-3A2B-7EF7-64145D38582F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9D0AB42B-20EC-0E53-7C29-A1FAFE5EC03B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F354836D-9F09-B063-A1E4-F3657EFAB587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</a:p>
        </p:txBody>
      </p:sp>
      <p:sp>
        <p:nvSpPr>
          <p:cNvPr id="18" name="품목코드 조회 영역">
            <a:extLst>
              <a:ext uri="{FF2B5EF4-FFF2-40B4-BE49-F238E27FC236}">
                <a16:creationId xmlns:a16="http://schemas.microsoft.com/office/drawing/2014/main" id="{A3D0B02F-959F-B040-5BFF-B5264C82BEB3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품목코드 입력">
            <a:extLst>
              <a:ext uri="{FF2B5EF4-FFF2-40B4-BE49-F238E27FC236}">
                <a16:creationId xmlns:a16="http://schemas.microsoft.com/office/drawing/2014/main" id="{4E2F9901-7B09-F474-FAB4-EC5A87CF855D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62865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품목코드 라벨">
            <a:extLst>
              <a:ext uri="{FF2B5EF4-FFF2-40B4-BE49-F238E27FC236}">
                <a16:creationId xmlns:a16="http://schemas.microsoft.com/office/drawing/2014/main" id="{D9FAA10A-AAD8-CC80-19CB-68BE2ED58EB2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기간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09-23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유형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0B9090C9-E7F7-858E-7428-130475310F95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EACE95FE-4E2F-DD61-54FA-25DB3B14971A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0F6EC39F-18C7-40A9-53AE-60B7BADFEFDA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1C4025AC-FA5F-61FF-3D21-2C033DA8C8F5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41880640-4894-3F63-84F0-9F7F1DA01784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B90F5DE4-7A80-E801-CA8D-4325928D4464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BA6D066D-46F1-ED32-6843-B648D2506BDA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B6ED6858-441A-1E27-9533-CC21FBB02A1D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D7401F5B-2EF8-BB07-FAD2-36556A0A5408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6D7106B6-9132-9D55-AF96-09E232A058AD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747D8597-AB32-2DAD-0B59-913945BFC43D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F3434B5D-94D2-A4D2-2EC8-71F460015FB1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28BA842A-7157-F7B9-60CD-4D1DB4DDBB84}"/>
              </a:ext>
            </a:extLst>
          </p:cNvPr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내역  (2026-09)">
            <a:extLst>
              <a:ext uri="{FF2B5EF4-FFF2-40B4-BE49-F238E27FC236}">
                <a16:creationId xmlns:a16="http://schemas.microsoft.com/office/drawing/2014/main" id="{C2305F95-A2BF-55DE-1439-9CFEA77F8040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1F15B3D0-895A-069E-0D3E-F017FEEB8225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052093BC-3245-CC00-B37B-5B9553E66488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8A7DA50B-15CA-9C74-C1B3-E247CCA641DB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28A95132-A92B-DF7A-CB0F-E37C06066122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8DF96557-EE7D-2FD3-D5B5-EC7BBFDB289F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매입 견적 산출 내역  (2026-10)">
            <a:extLst>
              <a:ext uri="{FF2B5EF4-FFF2-40B4-BE49-F238E27FC236}">
                <a16:creationId xmlns:a16="http://schemas.microsoft.com/office/drawing/2014/main" id="{10633DEB-CC4C-7DA4-6EDF-B7DAEB582B1C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6" name="매입 견적 산출 내역">
            <a:extLst>
              <a:ext uri="{FF2B5EF4-FFF2-40B4-BE49-F238E27FC236}">
                <a16:creationId xmlns:a16="http://schemas.microsoft.com/office/drawing/2014/main" id="{1363E864-87AA-04DC-73D1-F433297EAE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9539999"/>
              </p:ext>
            </p:extLst>
          </p:nvPr>
        </p:nvGraphicFramePr>
        <p:xfrm>
          <a:off x="1257299" y="2124075"/>
          <a:ext cx="8410577" cy="3076575"/>
        </p:xfrm>
        <a:graphic>
          <a:graphicData uri="http://schemas.openxmlformats.org/drawingml/2006/table">
            <a:tbl>
              <a:tblPr/>
              <a:tblGrid>
                <a:gridCol w="549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3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2026-10-23-11:05:00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엮음실 불량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2026-10-23-11:04:55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2026-10-23-11:04:49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2026-10-23-11:04:42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2026-10-23-11:04:36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2026-10-23-11:04:24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풀림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2026-10-23-11:04:19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2026-10-23-11:04:13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2026-10-23-11:04:06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2026-10-23-11:04:01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 err="1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본딩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불량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﻿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2026-10-23-11:03:55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7199B855-6941-A2D1-940A-EC6D01B846C3}"/>
              </a:ext>
            </a:extLst>
          </p:cNvPr>
          <p:cNvSpPr>
            <a:spLocks noGrp="1"/>
          </p:cNvSpPr>
          <p:nvPr/>
        </p:nvSpPr>
        <p:spPr>
          <a:xfrm>
            <a:off x="1162050" y="1933575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A04DA993-DC81-88DC-0CA3-35968104E0EF}"/>
              </a:ext>
            </a:extLst>
          </p:cNvPr>
          <p:cNvSpPr>
            <a:spLocks noGrp="1"/>
          </p:cNvSpPr>
          <p:nvPr/>
        </p:nvSpPr>
        <p:spPr>
          <a:xfrm>
            <a:off x="1257300" y="521970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A02B3509-63EB-4332-4A6C-163028425335}"/>
              </a:ext>
            </a:extLst>
          </p:cNvPr>
          <p:cNvSpPr>
            <a:spLocks noGrp="1"/>
          </p:cNvSpPr>
          <p:nvPr/>
        </p:nvSpPr>
        <p:spPr>
          <a:xfrm>
            <a:off x="13525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EC78D548-6782-64F4-083B-32B75C8D2A20}"/>
              </a:ext>
            </a:extLst>
          </p:cNvPr>
          <p:cNvSpPr>
            <a:spLocks noGrp="1"/>
          </p:cNvSpPr>
          <p:nvPr/>
        </p:nvSpPr>
        <p:spPr>
          <a:xfrm>
            <a:off x="15811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C26B970A-BC30-AEBF-BE25-5D3199EC4812}"/>
              </a:ext>
            </a:extLst>
          </p:cNvPr>
          <p:cNvSpPr>
            <a:spLocks noGrp="1"/>
          </p:cNvSpPr>
          <p:nvPr/>
        </p:nvSpPr>
        <p:spPr>
          <a:xfrm>
            <a:off x="1838325" y="522922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71775AC7-99C2-E6CF-E37A-167E7E7004DD}"/>
              </a:ext>
            </a:extLst>
          </p:cNvPr>
          <p:cNvSpPr>
            <a:spLocks noGrp="1"/>
          </p:cNvSpPr>
          <p:nvPr/>
        </p:nvSpPr>
        <p:spPr>
          <a:xfrm>
            <a:off x="18097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953C4EC6-B86E-9785-A9EE-D95C0551AFE7}"/>
              </a:ext>
            </a:extLst>
          </p:cNvPr>
          <p:cNvSpPr>
            <a:spLocks noGrp="1"/>
          </p:cNvSpPr>
          <p:nvPr/>
        </p:nvSpPr>
        <p:spPr>
          <a:xfrm>
            <a:off x="20383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8AF442A-BC71-6F90-1788-9B71EF099C00}"/>
              </a:ext>
            </a:extLst>
          </p:cNvPr>
          <p:cNvSpPr>
            <a:spLocks noGrp="1"/>
          </p:cNvSpPr>
          <p:nvPr/>
        </p:nvSpPr>
        <p:spPr>
          <a:xfrm>
            <a:off x="22669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115D83A9-517C-1C06-0C65-7F9C2F124323}"/>
              </a:ext>
            </a:extLst>
          </p:cNvPr>
          <p:cNvSpPr>
            <a:spLocks noGrp="1"/>
          </p:cNvSpPr>
          <p:nvPr/>
        </p:nvSpPr>
        <p:spPr>
          <a:xfrm>
            <a:off x="24955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8C72A687-7DBB-8227-9788-7E5056149498}"/>
              </a:ext>
            </a:extLst>
          </p:cNvPr>
          <p:cNvSpPr>
            <a:spLocks noGrp="1"/>
          </p:cNvSpPr>
          <p:nvPr/>
        </p:nvSpPr>
        <p:spPr>
          <a:xfrm>
            <a:off x="27241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CD5B5BB-90A1-B699-59AC-1F514E533792}"/>
              </a:ext>
            </a:extLst>
          </p:cNvPr>
          <p:cNvSpPr>
            <a:spLocks noGrp="1"/>
          </p:cNvSpPr>
          <p:nvPr/>
        </p:nvSpPr>
        <p:spPr>
          <a:xfrm>
            <a:off x="29527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A5D935DA-D02A-17A4-E430-B4BB0CE553BC}"/>
              </a:ext>
            </a:extLst>
          </p:cNvPr>
          <p:cNvSpPr>
            <a:spLocks noGrp="1"/>
          </p:cNvSpPr>
          <p:nvPr/>
        </p:nvSpPr>
        <p:spPr>
          <a:xfrm>
            <a:off x="31813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004B3479-5F55-F120-AA79-07853EED455B}"/>
              </a:ext>
            </a:extLst>
          </p:cNvPr>
          <p:cNvSpPr>
            <a:spLocks noGrp="1"/>
          </p:cNvSpPr>
          <p:nvPr/>
        </p:nvSpPr>
        <p:spPr>
          <a:xfrm>
            <a:off x="8067675" y="522922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1 - 12 / 60</a:t>
            </a:r>
          </a:p>
        </p:txBody>
      </p:sp>
    </p:spTree>
    <p:extLst>
      <p:ext uri="{BB962C8B-B14F-4D97-AF65-F5344CB8AC3E}">
        <p14:creationId xmlns:p14="http://schemas.microsoft.com/office/powerpoint/2010/main" val="540413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43A5-E2CF-40AE-5E8D-934F5A32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3CC88903-D2B3-C4C8-0D31-FA6C0BCF8F42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TD3-011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TD4-011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매입 견적 산출 내역</a:t>
                      </a: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0F84CD01-0B15-113A-8DC3-0253F5E6D22A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1ED0BDA8-4EA8-6A49-5DBB-B2BC26404DC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56D7740-8E2B-8293-FA62-FAB1CA5D6AD3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38019528-1176-295F-53BF-74804518943B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DDA376FA-1BCE-A054-336E-558242082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381B4007-07E2-68A6-76AE-67B6BB6C7E7A}"/>
              </a:ext>
            </a:extLst>
          </p:cNvPr>
          <p:cNvSpPr>
            <a:spLocks noGrp="1"/>
          </p:cNvSpPr>
          <p:nvPr/>
        </p:nvSpPr>
        <p:spPr>
          <a:xfrm>
            <a:off x="256134" y="747712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업무 설명 제목">
            <a:extLst>
              <a:ext uri="{FF2B5EF4-FFF2-40B4-BE49-F238E27FC236}">
                <a16:creationId xmlns:a16="http://schemas.microsoft.com/office/drawing/2014/main" id="{E06989E1-3296-8B9F-A45E-02B69674F37E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업무 설명</a:t>
            </a:r>
          </a:p>
        </p:txBody>
      </p:sp>
      <p:sp>
        <p:nvSpPr>
          <p:cNvPr id="10" name="업무 설명 140">
            <a:extLst>
              <a:ext uri="{FF2B5EF4-FFF2-40B4-BE49-F238E27FC236}">
                <a16:creationId xmlns:a16="http://schemas.microsoft.com/office/drawing/2014/main" id="{EEABB19C-4C16-E900-3756-03F368DC8CD1}"/>
              </a:ext>
            </a:extLst>
          </p:cNvPr>
          <p:cNvSpPr>
            <a:spLocks noGrp="1"/>
          </p:cNvSpPr>
          <p:nvPr/>
        </p:nvSpPr>
        <p:spPr>
          <a:xfrm>
            <a:off x="542925" y="105727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월별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품질 검새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내역을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 별로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화면 설명 제목">
            <a:extLst>
              <a:ext uri="{FF2B5EF4-FFF2-40B4-BE49-F238E27FC236}">
                <a16:creationId xmlns:a16="http://schemas.microsoft.com/office/drawing/2014/main" id="{E6CE7048-3D89-D328-22F4-1C86C80B66B6}"/>
              </a:ext>
            </a:extLst>
          </p:cNvPr>
          <p:cNvSpPr>
            <a:spLocks noGrp="1"/>
          </p:cNvSpPr>
          <p:nvPr/>
        </p:nvSpPr>
        <p:spPr>
          <a:xfrm>
            <a:off x="381000" y="1304925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화면 설명</a:t>
            </a:r>
          </a:p>
        </p:txBody>
      </p:sp>
      <p:sp>
        <p:nvSpPr>
          <p:cNvPr id="12" name="화면 설명 186">
            <a:extLst>
              <a:ext uri="{FF2B5EF4-FFF2-40B4-BE49-F238E27FC236}">
                <a16:creationId xmlns:a16="http://schemas.microsoft.com/office/drawing/2014/main" id="{800321C9-F5E4-7AA3-110B-A90BEA2C2622}"/>
              </a:ext>
            </a:extLst>
          </p:cNvPr>
          <p:cNvSpPr>
            <a:spLocks noGrp="1"/>
          </p:cNvSpPr>
          <p:nvPr/>
        </p:nvSpPr>
        <p:spPr>
          <a:xfrm>
            <a:off x="542925" y="1495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일자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범위와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유형을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선택한다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3" name="화면 설명 203">
            <a:extLst>
              <a:ext uri="{FF2B5EF4-FFF2-40B4-BE49-F238E27FC236}">
                <a16:creationId xmlns:a16="http://schemas.microsoft.com/office/drawing/2014/main" id="{727448EC-2C77-86D1-3991-8D9D49184411}"/>
              </a:ext>
            </a:extLst>
          </p:cNvPr>
          <p:cNvSpPr>
            <a:spLocks noGrp="1"/>
          </p:cNvSpPr>
          <p:nvPr/>
        </p:nvSpPr>
        <p:spPr>
          <a:xfrm>
            <a:off x="542925" y="165735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목록에서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번호별 품목의 불량 여부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유형을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기능 설명 제목">
            <a:extLst>
              <a:ext uri="{FF2B5EF4-FFF2-40B4-BE49-F238E27FC236}">
                <a16:creationId xmlns:a16="http://schemas.microsoft.com/office/drawing/2014/main" id="{E2E35792-1F0B-19C5-2CB0-0C10BC7F7E28}"/>
              </a:ext>
            </a:extLst>
          </p:cNvPr>
          <p:cNvSpPr>
            <a:spLocks noGrp="1"/>
          </p:cNvSpPr>
          <p:nvPr/>
        </p:nvSpPr>
        <p:spPr>
          <a:xfrm>
            <a:off x="381000" y="1905000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기능 설명</a:t>
            </a:r>
          </a:p>
        </p:txBody>
      </p:sp>
      <p:sp>
        <p:nvSpPr>
          <p:cNvPr id="15" name="기능 설명 249">
            <a:extLst>
              <a:ext uri="{FF2B5EF4-FFF2-40B4-BE49-F238E27FC236}">
                <a16:creationId xmlns:a16="http://schemas.microsoft.com/office/drawing/2014/main" id="{0114AD24-1506-ECAB-BD81-98CD94EE890A}"/>
              </a:ext>
            </a:extLst>
          </p:cNvPr>
          <p:cNvSpPr>
            <a:spLocks noGrp="1"/>
          </p:cNvSpPr>
          <p:nvPr/>
        </p:nvSpPr>
        <p:spPr>
          <a:xfrm>
            <a:off x="542925" y="209550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조회 버튼을 누르면 선택한 조건에 맞는 산출 내역을 표시한다.</a:t>
            </a:r>
          </a:p>
        </p:txBody>
      </p:sp>
      <p:sp>
        <p:nvSpPr>
          <p:cNvPr id="16" name="기능 설명 266">
            <a:extLst>
              <a:ext uri="{FF2B5EF4-FFF2-40B4-BE49-F238E27FC236}">
                <a16:creationId xmlns:a16="http://schemas.microsoft.com/office/drawing/2014/main" id="{F4F3F37D-919A-5005-9CAE-B23482D2D560}"/>
              </a:ext>
            </a:extLst>
          </p:cNvPr>
          <p:cNvSpPr>
            <a:spLocks noGrp="1"/>
          </p:cNvSpPr>
          <p:nvPr/>
        </p:nvSpPr>
        <p:spPr>
          <a:xfrm>
            <a:off x="542925" y="2257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산출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내역은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최신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부터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순으로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정렬하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lang="en-US" altLang="ko-KR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기능 설명 283">
            <a:extLst>
              <a:ext uri="{FF2B5EF4-FFF2-40B4-BE49-F238E27FC236}">
                <a16:creationId xmlns:a16="http://schemas.microsoft.com/office/drawing/2014/main" id="{F862E944-AF1D-0D80-7127-9B457D51E36A}"/>
              </a:ext>
            </a:extLst>
          </p:cNvPr>
          <p:cNvSpPr>
            <a:spLocks noGrp="1"/>
          </p:cNvSpPr>
          <p:nvPr/>
        </p:nvSpPr>
        <p:spPr>
          <a:xfrm>
            <a:off x="542925" y="241935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목록 하단의 페이지 번호를 누르면 해당 페이지를 12건씩 조회한다.</a:t>
            </a:r>
          </a:p>
        </p:txBody>
      </p:sp>
      <p:sp>
        <p:nvSpPr>
          <p:cNvPr id="18" name="조회 조건 제목">
            <a:extLst>
              <a:ext uri="{FF2B5EF4-FFF2-40B4-BE49-F238E27FC236}">
                <a16:creationId xmlns:a16="http://schemas.microsoft.com/office/drawing/2014/main" id="{E272E510-BFDB-4D34-C178-A696B664D207}"/>
              </a:ext>
            </a:extLst>
          </p:cNvPr>
          <p:cNvSpPr>
            <a:spLocks noGrp="1"/>
          </p:cNvSpPr>
          <p:nvPr/>
        </p:nvSpPr>
        <p:spPr>
          <a:xfrm>
            <a:off x="381000" y="2667000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조회 조건</a:t>
            </a:r>
          </a:p>
        </p:txBody>
      </p:sp>
      <p:sp>
        <p:nvSpPr>
          <p:cNvPr id="19" name="조회 조건 329">
            <a:extLst>
              <a:ext uri="{FF2B5EF4-FFF2-40B4-BE49-F238E27FC236}">
                <a16:creationId xmlns:a16="http://schemas.microsoft.com/office/drawing/2014/main" id="{9A111620-47E7-67C0-CE45-C62F3E614F3B}"/>
              </a:ext>
            </a:extLst>
          </p:cNvPr>
          <p:cNvSpPr>
            <a:spLocks noGrp="1"/>
          </p:cNvSpPr>
          <p:nvPr/>
        </p:nvSpPr>
        <p:spPr>
          <a:xfrm>
            <a:off x="542925" y="285750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기간은</a:t>
            </a: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예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측 대상 일자 범위 </a:t>
            </a:r>
            <a:r>
              <a:rPr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기준이며</a:t>
            </a: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기본값은</a:t>
            </a: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현재월이다</a:t>
            </a: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예시는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2026-09-23 ~ 2026-10-23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까지의 조회 내역이다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조회 조건 346">
            <a:extLst>
              <a:ext uri="{FF2B5EF4-FFF2-40B4-BE49-F238E27FC236}">
                <a16:creationId xmlns:a16="http://schemas.microsoft.com/office/drawing/2014/main" id="{2416543E-C1DF-1C5D-448C-7A8EAD633072}"/>
              </a:ext>
            </a:extLst>
          </p:cNvPr>
          <p:cNvSpPr>
            <a:spLocks noGrp="1"/>
          </p:cNvSpPr>
          <p:nvPr/>
        </p:nvSpPr>
        <p:spPr>
          <a:xfrm>
            <a:off x="542925" y="3019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유형은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기본적으로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전체를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4396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E542E-FA92-7BBA-AD50-F5EADDE1A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구분선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61EB7-0CCB-B1BE-55A8-ABDB8863E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0033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3DF29-75E8-5FFB-017F-AC54E408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BB6B8A88-BA50-338F-5AAD-1642BAE79596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638019EB-4993-5E5D-EB4E-31E2812D990E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C6AE5AAE-9091-749C-B974-DF0E418712BC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174ADB99-FB04-6E0B-B9FD-D298107C04C3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EE43A5B5-BF1E-10F4-DA6B-18A43DDACF68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CB770DFE-F271-D6C4-4D09-B39D7E938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86F65C34-A2F1-F02B-ABC2-FBE558F5C606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45947AE6-676F-202C-18F0-3CB9691365F6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55943C74-2D31-BE53-4DA1-31B51A442A45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AB33B4B5-DFA4-0E91-0605-083B27EB1E6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168FEC9F-5D24-D9EA-25A8-6CF103BA3050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02A89329-7EDE-B22A-68C8-44D7E8CB8989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FA291157-C99A-D04E-4E6B-9D163153AD7E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455BBC8B-904C-672A-6ECE-3F39C01A617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EC13FB29-7616-BA1B-9EF5-EE1D60A43301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6567F22F-6281-1C0C-AA26-67C057C12488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2EA0C831-CC81-608F-D04C-81A432DF5B21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A13C4DA2-687B-0950-B4C7-980AC68AB0E1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C97075EB-CE4F-B847-0910-E0F3BEFAB90C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라인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ko-KR" alt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번호 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2D441BA5-3CAC-2B9F-85F8-CB11ADBE6DCF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433C89EB-B420-3BD9-4BDB-2355338E700C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9803B6A6-A02C-E273-D7AF-D040222DBEA7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B7428ECE-CC58-5CA6-9EEB-289E62F661E3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D042B379-DD60-C528-BD5F-BC43B62B54D3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25D0B880-A99C-39BA-7CD8-750A41062045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E6E5E21C-ECC8-BDEA-D051-E88E63A7A280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EBF2BB44-8124-49CC-5235-8C6D569855DD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97B7745E-A643-AFAF-CE1C-DDE755F2250E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44294FDE-9B71-5D55-2689-F1F33751140F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67E63149-7A4D-8696-04BD-BC8C8E33DEB4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5DCB83D9-ED8F-E5C9-6701-B0E69E872042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71255700-1BC3-01C9-F67D-F35C5F993423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BFDE8E09-7310-3938-C4C3-543047A0E3B2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9BCA062B-AF13-1E69-3B65-EBC60C0E951C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680203A6-B826-B76F-B519-0618118D5982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ADD8F41F-4B22-B710-75D7-812EA3F66AF1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51C02E5F-0510-41BE-0669-A6F1704AF117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3E6285C9-6313-D75F-6A35-FDBC54FDE0B4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CC2E37B0-3BE5-A5E4-AEF0-0C3F5A490D12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C999CD4B-0961-2711-7AC6-D7515C320E7C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5DF10BDA-72DF-7878-32A0-777C842409A9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3D9FC6A4-626B-6445-6E76-9EAA1855C782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68D8BB5-F073-9188-374D-5C6DC0FDF102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47AA7597-5076-C102-20C4-0A3E7961D995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7858799C-6A9D-49FB-33D5-BCD1276BE56A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BF65062-957B-7653-D3EC-F4866C782A70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8FA4F4FA-F254-CFB1-A760-AFED149AF124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85E316DC-6C96-00E9-0240-AA7BB832632F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21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16E9B99B-E100-3C34-4924-ED26270E643F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8ACE12C1-4B89-C26D-B943-4CE2C8164849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024564C6-1A7E-3B49-57BB-839CEA8027FD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C395630A-F4EF-9341-BD0A-72E2D6971E91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5145351F-72EE-990C-EBB8-B868F73436E3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F8704B1E-4883-8DFE-B412-77CEADFFE900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7BBCAB38-8585-1EBF-088A-633297BDAFDC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60EF8F19-F795-93FA-FB3E-9FC27D018758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B04AF937-519C-427E-4623-382AAD5EE274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27715C2A-D62B-3B89-F2AA-9A858C2942EA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89">
            <a:extLst>
              <a:ext uri="{FF2B5EF4-FFF2-40B4-BE49-F238E27FC236}">
                <a16:creationId xmlns:a16="http://schemas.microsoft.com/office/drawing/2014/main" id="{0D5A448C-D5B9-0561-C50E-88DD7A6C3336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66" name="Freeform 90">
              <a:extLst>
                <a:ext uri="{FF2B5EF4-FFF2-40B4-BE49-F238E27FC236}">
                  <a16:creationId xmlns:a16="http://schemas.microsoft.com/office/drawing/2014/main" id="{F40DAB8D-D089-ABB6-F067-A5773C2EC0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7" name="Group 91">
            <a:extLst>
              <a:ext uri="{FF2B5EF4-FFF2-40B4-BE49-F238E27FC236}">
                <a16:creationId xmlns:a16="http://schemas.microsoft.com/office/drawing/2014/main" id="{47B71787-6793-745C-888D-EE1FC0524C5B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68" name="Freeform 92">
              <a:extLst>
                <a:ext uri="{FF2B5EF4-FFF2-40B4-BE49-F238E27FC236}">
                  <a16:creationId xmlns:a16="http://schemas.microsoft.com/office/drawing/2014/main" id="{4D19C166-BC73-3B6A-B49A-022BE7F539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9" name="Group 93">
            <a:extLst>
              <a:ext uri="{FF2B5EF4-FFF2-40B4-BE49-F238E27FC236}">
                <a16:creationId xmlns:a16="http://schemas.microsoft.com/office/drawing/2014/main" id="{F4BEA60D-7026-E9A2-3886-30CD2E536B99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0" name="Freeform 94">
              <a:extLst>
                <a:ext uri="{FF2B5EF4-FFF2-40B4-BE49-F238E27FC236}">
                  <a16:creationId xmlns:a16="http://schemas.microsoft.com/office/drawing/2014/main" id="{357339CC-4B7E-666E-B604-7CB555CBE3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95">
            <a:extLst>
              <a:ext uri="{FF2B5EF4-FFF2-40B4-BE49-F238E27FC236}">
                <a16:creationId xmlns:a16="http://schemas.microsoft.com/office/drawing/2014/main" id="{9EAC11A3-0CF2-4D53-234C-273BDB2009BD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2" name="Freeform 96">
              <a:extLst>
                <a:ext uri="{FF2B5EF4-FFF2-40B4-BE49-F238E27FC236}">
                  <a16:creationId xmlns:a16="http://schemas.microsoft.com/office/drawing/2014/main" id="{A2CAC4D5-94C6-A87D-3C75-0ED3BC6E607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97">
            <a:extLst>
              <a:ext uri="{FF2B5EF4-FFF2-40B4-BE49-F238E27FC236}">
                <a16:creationId xmlns:a16="http://schemas.microsoft.com/office/drawing/2014/main" id="{EE7EF1D6-2DBD-56C4-FB27-7787C68E1976}"/>
              </a:ext>
            </a:extLst>
          </p:cNvPr>
          <p:cNvGrpSpPr/>
          <p:nvPr/>
        </p:nvGrpSpPr>
        <p:grpSpPr>
          <a:xfrm>
            <a:off x="6219068" y="3410583"/>
            <a:ext cx="863147" cy="863147"/>
            <a:chOff x="0" y="0"/>
            <a:chExt cx="812800" cy="812800"/>
          </a:xfrm>
        </p:grpSpPr>
        <p:sp>
          <p:nvSpPr>
            <p:cNvPr id="74" name="Freeform 98">
              <a:extLst>
                <a:ext uri="{FF2B5EF4-FFF2-40B4-BE49-F238E27FC236}">
                  <a16:creationId xmlns:a16="http://schemas.microsoft.com/office/drawing/2014/main" id="{17906AF2-5BA5-EB7E-2D1C-403230C4F5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5" name="Group 99">
            <a:extLst>
              <a:ext uri="{FF2B5EF4-FFF2-40B4-BE49-F238E27FC236}">
                <a16:creationId xmlns:a16="http://schemas.microsoft.com/office/drawing/2014/main" id="{A826929B-CC2C-6F44-4E55-476BB1FFCF6F}"/>
              </a:ext>
            </a:extLst>
          </p:cNvPr>
          <p:cNvGrpSpPr/>
          <p:nvPr/>
        </p:nvGrpSpPr>
        <p:grpSpPr>
          <a:xfrm>
            <a:off x="7416648" y="3410583"/>
            <a:ext cx="863147" cy="863147"/>
            <a:chOff x="0" y="0"/>
            <a:chExt cx="812800" cy="812800"/>
          </a:xfrm>
        </p:grpSpPr>
        <p:sp>
          <p:nvSpPr>
            <p:cNvPr id="76" name="Freeform 100">
              <a:extLst>
                <a:ext uri="{FF2B5EF4-FFF2-40B4-BE49-F238E27FC236}">
                  <a16:creationId xmlns:a16="http://schemas.microsoft.com/office/drawing/2014/main" id="{056A8C98-33DD-338F-AD0B-FA92D665C0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7" name="Group 101">
            <a:extLst>
              <a:ext uri="{FF2B5EF4-FFF2-40B4-BE49-F238E27FC236}">
                <a16:creationId xmlns:a16="http://schemas.microsoft.com/office/drawing/2014/main" id="{0C4C01D0-EA91-3A7A-AD02-51EEE9EAC33A}"/>
              </a:ext>
            </a:extLst>
          </p:cNvPr>
          <p:cNvGrpSpPr/>
          <p:nvPr/>
        </p:nvGrpSpPr>
        <p:grpSpPr>
          <a:xfrm>
            <a:off x="1428750" y="4566009"/>
            <a:ext cx="863147" cy="863147"/>
            <a:chOff x="0" y="0"/>
            <a:chExt cx="812800" cy="812800"/>
          </a:xfrm>
        </p:grpSpPr>
        <p:sp>
          <p:nvSpPr>
            <p:cNvPr id="78" name="Freeform 102">
              <a:extLst>
                <a:ext uri="{FF2B5EF4-FFF2-40B4-BE49-F238E27FC236}">
                  <a16:creationId xmlns:a16="http://schemas.microsoft.com/office/drawing/2014/main" id="{16A26E4F-833E-118C-35B1-94AD054B827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9" name="Group 103">
            <a:extLst>
              <a:ext uri="{FF2B5EF4-FFF2-40B4-BE49-F238E27FC236}">
                <a16:creationId xmlns:a16="http://schemas.microsoft.com/office/drawing/2014/main" id="{ED8261CA-7A19-7B0A-8B45-FF6AF75BFA55}"/>
              </a:ext>
            </a:extLst>
          </p:cNvPr>
          <p:cNvGrpSpPr/>
          <p:nvPr/>
        </p:nvGrpSpPr>
        <p:grpSpPr>
          <a:xfrm>
            <a:off x="5021489" y="4566009"/>
            <a:ext cx="863147" cy="863147"/>
            <a:chOff x="0" y="0"/>
            <a:chExt cx="812800" cy="812800"/>
          </a:xfrm>
        </p:grpSpPr>
        <p:sp>
          <p:nvSpPr>
            <p:cNvPr id="80" name="Freeform 104">
              <a:extLst>
                <a:ext uri="{FF2B5EF4-FFF2-40B4-BE49-F238E27FC236}">
                  <a16:creationId xmlns:a16="http://schemas.microsoft.com/office/drawing/2014/main" id="{5D060804-C6ED-C6EB-CECB-E2ADC48C847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1" name="Group 105">
            <a:extLst>
              <a:ext uri="{FF2B5EF4-FFF2-40B4-BE49-F238E27FC236}">
                <a16:creationId xmlns:a16="http://schemas.microsoft.com/office/drawing/2014/main" id="{A1E29ECE-A489-5490-9725-BF90F931C997}"/>
              </a:ext>
            </a:extLst>
          </p:cNvPr>
          <p:cNvGrpSpPr/>
          <p:nvPr/>
        </p:nvGrpSpPr>
        <p:grpSpPr>
          <a:xfrm>
            <a:off x="6219068" y="4566009"/>
            <a:ext cx="863147" cy="863147"/>
            <a:chOff x="0" y="0"/>
            <a:chExt cx="812800" cy="812800"/>
          </a:xfrm>
        </p:grpSpPr>
        <p:sp>
          <p:nvSpPr>
            <p:cNvPr id="82" name="Freeform 106">
              <a:extLst>
                <a:ext uri="{FF2B5EF4-FFF2-40B4-BE49-F238E27FC236}">
                  <a16:creationId xmlns:a16="http://schemas.microsoft.com/office/drawing/2014/main" id="{FD12A609-A99B-F754-5232-2A911D611D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3" name="Group 107">
            <a:extLst>
              <a:ext uri="{FF2B5EF4-FFF2-40B4-BE49-F238E27FC236}">
                <a16:creationId xmlns:a16="http://schemas.microsoft.com/office/drawing/2014/main" id="{E9D9D79D-4226-87AE-8C07-C2FC1CCC61EF}"/>
              </a:ext>
            </a:extLst>
          </p:cNvPr>
          <p:cNvGrpSpPr/>
          <p:nvPr/>
        </p:nvGrpSpPr>
        <p:grpSpPr>
          <a:xfrm>
            <a:off x="7416648" y="4566009"/>
            <a:ext cx="863147" cy="863147"/>
            <a:chOff x="0" y="0"/>
            <a:chExt cx="812800" cy="812800"/>
          </a:xfrm>
        </p:grpSpPr>
        <p:sp>
          <p:nvSpPr>
            <p:cNvPr id="84" name="Freeform 108">
              <a:extLst>
                <a:ext uri="{FF2B5EF4-FFF2-40B4-BE49-F238E27FC236}">
                  <a16:creationId xmlns:a16="http://schemas.microsoft.com/office/drawing/2014/main" id="{19B7F99C-3BAE-1D1E-1D43-43B7CFC3B0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8" name="Group 142">
            <a:extLst>
              <a:ext uri="{FF2B5EF4-FFF2-40B4-BE49-F238E27FC236}">
                <a16:creationId xmlns:a16="http://schemas.microsoft.com/office/drawing/2014/main" id="{559D7A00-6012-1AB4-665C-783F96B6BF06}"/>
              </a:ext>
            </a:extLst>
          </p:cNvPr>
          <p:cNvGrpSpPr/>
          <p:nvPr/>
        </p:nvGrpSpPr>
        <p:grpSpPr>
          <a:xfrm>
            <a:off x="3824966" y="2247900"/>
            <a:ext cx="870404" cy="870404"/>
            <a:chOff x="0" y="0"/>
            <a:chExt cx="812800" cy="812800"/>
          </a:xfrm>
        </p:grpSpPr>
        <p:sp>
          <p:nvSpPr>
            <p:cNvPr id="119" name="Freeform 143">
              <a:extLst>
                <a:ext uri="{FF2B5EF4-FFF2-40B4-BE49-F238E27FC236}">
                  <a16:creationId xmlns:a16="http://schemas.microsoft.com/office/drawing/2014/main" id="{DC446AE7-4A9F-191E-7612-1E90593BFE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0" name="TextBox 144">
            <a:extLst>
              <a:ext uri="{FF2B5EF4-FFF2-40B4-BE49-F238E27FC236}">
                <a16:creationId xmlns:a16="http://schemas.microsoft.com/office/drawing/2014/main" id="{69389277-E734-6609-AF58-1C972442A8EF}"/>
              </a:ext>
            </a:extLst>
          </p:cNvPr>
          <p:cNvSpPr txBox="1"/>
          <p:nvPr/>
        </p:nvSpPr>
        <p:spPr>
          <a:xfrm>
            <a:off x="3823909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TextBox 145">
            <a:extLst>
              <a:ext uri="{FF2B5EF4-FFF2-40B4-BE49-F238E27FC236}">
                <a16:creationId xmlns:a16="http://schemas.microsoft.com/office/drawing/2014/main" id="{7DA71E2A-C2A5-DDD6-2E2D-577492CC2347}"/>
              </a:ext>
            </a:extLst>
          </p:cNvPr>
          <p:cNvSpPr txBox="1"/>
          <p:nvPr/>
        </p:nvSpPr>
        <p:spPr>
          <a:xfrm>
            <a:off x="8614228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TextBox 146">
            <a:extLst>
              <a:ext uri="{FF2B5EF4-FFF2-40B4-BE49-F238E27FC236}">
                <a16:creationId xmlns:a16="http://schemas.microsoft.com/office/drawing/2014/main" id="{D4A724A2-E0EA-19C6-F72C-CAC98B2153C7}"/>
              </a:ext>
            </a:extLst>
          </p:cNvPr>
          <p:cNvSpPr txBox="1"/>
          <p:nvPr/>
        </p:nvSpPr>
        <p:spPr>
          <a:xfrm>
            <a:off x="2626330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TextBox 147">
            <a:extLst>
              <a:ext uri="{FF2B5EF4-FFF2-40B4-BE49-F238E27FC236}">
                <a16:creationId xmlns:a16="http://schemas.microsoft.com/office/drawing/2014/main" id="{0C58B247-2E86-5F0F-86E6-31522A562CA5}"/>
              </a:ext>
            </a:extLst>
          </p:cNvPr>
          <p:cNvSpPr txBox="1"/>
          <p:nvPr/>
        </p:nvSpPr>
        <p:spPr>
          <a:xfrm>
            <a:off x="3823909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TextBox 148">
            <a:extLst>
              <a:ext uri="{FF2B5EF4-FFF2-40B4-BE49-F238E27FC236}">
                <a16:creationId xmlns:a16="http://schemas.microsoft.com/office/drawing/2014/main" id="{6C130826-4288-F6A1-D3A6-6BE5021BBE01}"/>
              </a:ext>
            </a:extLst>
          </p:cNvPr>
          <p:cNvSpPr txBox="1"/>
          <p:nvPr/>
        </p:nvSpPr>
        <p:spPr>
          <a:xfrm>
            <a:off x="861422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25" name="Group 149">
            <a:extLst>
              <a:ext uri="{FF2B5EF4-FFF2-40B4-BE49-F238E27FC236}">
                <a16:creationId xmlns:a16="http://schemas.microsoft.com/office/drawing/2014/main" id="{02911ED3-5427-2E06-334A-7ED3CA5DBCCD}"/>
              </a:ext>
            </a:extLst>
          </p:cNvPr>
          <p:cNvGrpSpPr/>
          <p:nvPr/>
        </p:nvGrpSpPr>
        <p:grpSpPr>
          <a:xfrm>
            <a:off x="2619073" y="2255157"/>
            <a:ext cx="870404" cy="870404"/>
            <a:chOff x="0" y="0"/>
            <a:chExt cx="812800" cy="812800"/>
          </a:xfrm>
        </p:grpSpPr>
        <p:sp>
          <p:nvSpPr>
            <p:cNvPr id="126" name="Freeform 150">
              <a:extLst>
                <a:ext uri="{FF2B5EF4-FFF2-40B4-BE49-F238E27FC236}">
                  <a16:creationId xmlns:a16="http://schemas.microsoft.com/office/drawing/2014/main" id="{4A047FE8-884D-C290-54D7-5CCF2E0FFD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7" name="Group 151">
            <a:extLst>
              <a:ext uri="{FF2B5EF4-FFF2-40B4-BE49-F238E27FC236}">
                <a16:creationId xmlns:a16="http://schemas.microsoft.com/office/drawing/2014/main" id="{265B0400-0EF2-E629-2369-10DC1BD0B8CC}"/>
              </a:ext>
            </a:extLst>
          </p:cNvPr>
          <p:cNvGrpSpPr/>
          <p:nvPr/>
        </p:nvGrpSpPr>
        <p:grpSpPr>
          <a:xfrm>
            <a:off x="2619073" y="3429000"/>
            <a:ext cx="870404" cy="870404"/>
            <a:chOff x="0" y="0"/>
            <a:chExt cx="812800" cy="812800"/>
          </a:xfrm>
        </p:grpSpPr>
        <p:sp>
          <p:nvSpPr>
            <p:cNvPr id="128" name="Freeform 152">
              <a:extLst>
                <a:ext uri="{FF2B5EF4-FFF2-40B4-BE49-F238E27FC236}">
                  <a16:creationId xmlns:a16="http://schemas.microsoft.com/office/drawing/2014/main" id="{BCAB7DE5-FA93-E0BD-4D4C-CFB8393A4A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9" name="Group 153">
            <a:extLst>
              <a:ext uri="{FF2B5EF4-FFF2-40B4-BE49-F238E27FC236}">
                <a16:creationId xmlns:a16="http://schemas.microsoft.com/office/drawing/2014/main" id="{327E0322-CCCD-1B1E-A0EF-ECA51EC2E1C2}"/>
              </a:ext>
            </a:extLst>
          </p:cNvPr>
          <p:cNvGrpSpPr/>
          <p:nvPr/>
        </p:nvGrpSpPr>
        <p:grpSpPr>
          <a:xfrm>
            <a:off x="1413179" y="3436257"/>
            <a:ext cx="870404" cy="870404"/>
            <a:chOff x="0" y="0"/>
            <a:chExt cx="812800" cy="812800"/>
          </a:xfrm>
        </p:grpSpPr>
        <p:sp>
          <p:nvSpPr>
            <p:cNvPr id="130" name="Freeform 154">
              <a:extLst>
                <a:ext uri="{FF2B5EF4-FFF2-40B4-BE49-F238E27FC236}">
                  <a16:creationId xmlns:a16="http://schemas.microsoft.com/office/drawing/2014/main" id="{BFF49F4C-D98A-631B-0020-05F9E4DA8A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1" name="Group 155">
            <a:extLst>
              <a:ext uri="{FF2B5EF4-FFF2-40B4-BE49-F238E27FC236}">
                <a16:creationId xmlns:a16="http://schemas.microsoft.com/office/drawing/2014/main" id="{A9096596-840F-9BB3-096A-2ACE9CFB2DD0}"/>
              </a:ext>
            </a:extLst>
          </p:cNvPr>
          <p:cNvGrpSpPr/>
          <p:nvPr/>
        </p:nvGrpSpPr>
        <p:grpSpPr>
          <a:xfrm>
            <a:off x="5030860" y="3421743"/>
            <a:ext cx="870404" cy="870404"/>
            <a:chOff x="0" y="0"/>
            <a:chExt cx="812800" cy="812800"/>
          </a:xfrm>
        </p:grpSpPr>
        <p:sp>
          <p:nvSpPr>
            <p:cNvPr id="132" name="Freeform 156">
              <a:extLst>
                <a:ext uri="{FF2B5EF4-FFF2-40B4-BE49-F238E27FC236}">
                  <a16:creationId xmlns:a16="http://schemas.microsoft.com/office/drawing/2014/main" id="{3ECED65B-8425-2B74-55C4-B722124C444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3" name="Group 157">
            <a:extLst>
              <a:ext uri="{FF2B5EF4-FFF2-40B4-BE49-F238E27FC236}">
                <a16:creationId xmlns:a16="http://schemas.microsoft.com/office/drawing/2014/main" id="{B3ABF765-F73B-DCE4-E7DA-5B361DBC00F9}"/>
              </a:ext>
            </a:extLst>
          </p:cNvPr>
          <p:cNvGrpSpPr/>
          <p:nvPr/>
        </p:nvGrpSpPr>
        <p:grpSpPr>
          <a:xfrm>
            <a:off x="3824966" y="3429000"/>
            <a:ext cx="870404" cy="870404"/>
            <a:chOff x="0" y="0"/>
            <a:chExt cx="812800" cy="812800"/>
          </a:xfrm>
        </p:grpSpPr>
        <p:sp>
          <p:nvSpPr>
            <p:cNvPr id="134" name="Freeform 158">
              <a:extLst>
                <a:ext uri="{FF2B5EF4-FFF2-40B4-BE49-F238E27FC236}">
                  <a16:creationId xmlns:a16="http://schemas.microsoft.com/office/drawing/2014/main" id="{D65EAAED-6AD0-461E-82A4-E287E00D93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5" name="Group 159">
            <a:extLst>
              <a:ext uri="{FF2B5EF4-FFF2-40B4-BE49-F238E27FC236}">
                <a16:creationId xmlns:a16="http://schemas.microsoft.com/office/drawing/2014/main" id="{03E4DBC2-F8D7-3BC0-9EC9-5C85062998D5}"/>
              </a:ext>
            </a:extLst>
          </p:cNvPr>
          <p:cNvGrpSpPr/>
          <p:nvPr/>
        </p:nvGrpSpPr>
        <p:grpSpPr>
          <a:xfrm>
            <a:off x="3832223" y="4566009"/>
            <a:ext cx="870404" cy="870404"/>
            <a:chOff x="0" y="0"/>
            <a:chExt cx="812800" cy="812800"/>
          </a:xfrm>
        </p:grpSpPr>
        <p:sp>
          <p:nvSpPr>
            <p:cNvPr id="136" name="Freeform 160">
              <a:extLst>
                <a:ext uri="{FF2B5EF4-FFF2-40B4-BE49-F238E27FC236}">
                  <a16:creationId xmlns:a16="http://schemas.microsoft.com/office/drawing/2014/main" id="{4E4404E2-555E-5F56-2A34-175CAFC5FA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7" name="Group 161">
            <a:extLst>
              <a:ext uri="{FF2B5EF4-FFF2-40B4-BE49-F238E27FC236}">
                <a16:creationId xmlns:a16="http://schemas.microsoft.com/office/drawing/2014/main" id="{E5F50ACF-A5A6-D05B-B440-3CC6D3B3CF04}"/>
              </a:ext>
            </a:extLst>
          </p:cNvPr>
          <p:cNvGrpSpPr/>
          <p:nvPr/>
        </p:nvGrpSpPr>
        <p:grpSpPr>
          <a:xfrm>
            <a:off x="2626330" y="4573265"/>
            <a:ext cx="870404" cy="870404"/>
            <a:chOff x="0" y="0"/>
            <a:chExt cx="812800" cy="812800"/>
          </a:xfrm>
        </p:grpSpPr>
        <p:sp>
          <p:nvSpPr>
            <p:cNvPr id="138" name="Freeform 162">
              <a:extLst>
                <a:ext uri="{FF2B5EF4-FFF2-40B4-BE49-F238E27FC236}">
                  <a16:creationId xmlns:a16="http://schemas.microsoft.com/office/drawing/2014/main" id="{C5EF2221-200F-A186-D07F-96AFEEC7ED8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9" name="Group 163">
            <a:extLst>
              <a:ext uri="{FF2B5EF4-FFF2-40B4-BE49-F238E27FC236}">
                <a16:creationId xmlns:a16="http://schemas.microsoft.com/office/drawing/2014/main" id="{BCD94C29-30F1-52E7-DB9E-9BF2D84AA7D7}"/>
              </a:ext>
            </a:extLst>
          </p:cNvPr>
          <p:cNvGrpSpPr/>
          <p:nvPr/>
        </p:nvGrpSpPr>
        <p:grpSpPr>
          <a:xfrm>
            <a:off x="8603645" y="2255157"/>
            <a:ext cx="863147" cy="863147"/>
            <a:chOff x="0" y="0"/>
            <a:chExt cx="812800" cy="812800"/>
          </a:xfrm>
        </p:grpSpPr>
        <p:sp>
          <p:nvSpPr>
            <p:cNvPr id="140" name="Freeform 164">
              <a:extLst>
                <a:ext uri="{FF2B5EF4-FFF2-40B4-BE49-F238E27FC236}">
                  <a16:creationId xmlns:a16="http://schemas.microsoft.com/office/drawing/2014/main" id="{EF87F5AA-9627-EA02-E749-BB745ECB90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1" name="Group 165">
            <a:extLst>
              <a:ext uri="{FF2B5EF4-FFF2-40B4-BE49-F238E27FC236}">
                <a16:creationId xmlns:a16="http://schemas.microsoft.com/office/drawing/2014/main" id="{A52931AE-3E8E-3301-C90E-7885C19DDD64}"/>
              </a:ext>
            </a:extLst>
          </p:cNvPr>
          <p:cNvGrpSpPr/>
          <p:nvPr/>
        </p:nvGrpSpPr>
        <p:grpSpPr>
          <a:xfrm>
            <a:off x="8603645" y="3410583"/>
            <a:ext cx="863147" cy="863147"/>
            <a:chOff x="0" y="0"/>
            <a:chExt cx="812800" cy="812800"/>
          </a:xfrm>
        </p:grpSpPr>
        <p:sp>
          <p:nvSpPr>
            <p:cNvPr id="142" name="Freeform 166">
              <a:extLst>
                <a:ext uri="{FF2B5EF4-FFF2-40B4-BE49-F238E27FC236}">
                  <a16:creationId xmlns:a16="http://schemas.microsoft.com/office/drawing/2014/main" id="{6CA5A33F-6B22-75B2-CBBA-9A88D14D1B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3" name="Group 167">
            <a:extLst>
              <a:ext uri="{FF2B5EF4-FFF2-40B4-BE49-F238E27FC236}">
                <a16:creationId xmlns:a16="http://schemas.microsoft.com/office/drawing/2014/main" id="{89210068-D515-CD14-1DB6-7C471DC97055}"/>
              </a:ext>
            </a:extLst>
          </p:cNvPr>
          <p:cNvGrpSpPr/>
          <p:nvPr/>
        </p:nvGrpSpPr>
        <p:grpSpPr>
          <a:xfrm>
            <a:off x="8603645" y="4566009"/>
            <a:ext cx="863147" cy="863147"/>
            <a:chOff x="0" y="0"/>
            <a:chExt cx="812800" cy="812800"/>
          </a:xfrm>
        </p:grpSpPr>
        <p:sp>
          <p:nvSpPr>
            <p:cNvPr id="144" name="Freeform 168">
              <a:extLst>
                <a:ext uri="{FF2B5EF4-FFF2-40B4-BE49-F238E27FC236}">
                  <a16:creationId xmlns:a16="http://schemas.microsoft.com/office/drawing/2014/main" id="{9989C5B5-3470-42B1-7182-84F96FBBE64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5" name="TextBox 170">
            <a:extLst>
              <a:ext uri="{FF2B5EF4-FFF2-40B4-BE49-F238E27FC236}">
                <a16:creationId xmlns:a16="http://schemas.microsoft.com/office/drawing/2014/main" id="{F7892FAB-2324-1307-673F-3EC370D68457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6" name="TextBox 171">
            <a:extLst>
              <a:ext uri="{FF2B5EF4-FFF2-40B4-BE49-F238E27FC236}">
                <a16:creationId xmlns:a16="http://schemas.microsoft.com/office/drawing/2014/main" id="{C41EFD18-2562-D77C-CF50-B2F29C3D954A}"/>
              </a:ext>
            </a:extLst>
          </p:cNvPr>
          <p:cNvSpPr txBox="1"/>
          <p:nvPr/>
        </p:nvSpPr>
        <p:spPr>
          <a:xfrm>
            <a:off x="142875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TextBox 172">
            <a:extLst>
              <a:ext uri="{FF2B5EF4-FFF2-40B4-BE49-F238E27FC236}">
                <a16:creationId xmlns:a16="http://schemas.microsoft.com/office/drawing/2014/main" id="{D505C9F0-32FE-1B27-489E-7CF010F6ABE4}"/>
              </a:ext>
            </a:extLst>
          </p:cNvPr>
          <p:cNvSpPr txBox="1"/>
          <p:nvPr/>
        </p:nvSpPr>
        <p:spPr>
          <a:xfrm>
            <a:off x="2626330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TextBox 173">
            <a:extLst>
              <a:ext uri="{FF2B5EF4-FFF2-40B4-BE49-F238E27FC236}">
                <a16:creationId xmlns:a16="http://schemas.microsoft.com/office/drawing/2014/main" id="{BDD251B6-5156-48CA-D5DB-0B5A237B25A1}"/>
              </a:ext>
            </a:extLst>
          </p:cNvPr>
          <p:cNvSpPr txBox="1"/>
          <p:nvPr/>
        </p:nvSpPr>
        <p:spPr>
          <a:xfrm>
            <a:off x="3823909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TextBox 174">
            <a:extLst>
              <a:ext uri="{FF2B5EF4-FFF2-40B4-BE49-F238E27FC236}">
                <a16:creationId xmlns:a16="http://schemas.microsoft.com/office/drawing/2014/main" id="{91F5AD75-23A3-1A1E-E766-6EB2A5497992}"/>
              </a:ext>
            </a:extLst>
          </p:cNvPr>
          <p:cNvSpPr txBox="1"/>
          <p:nvPr/>
        </p:nvSpPr>
        <p:spPr>
          <a:xfrm>
            <a:off x="502148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TextBox 175">
            <a:extLst>
              <a:ext uri="{FF2B5EF4-FFF2-40B4-BE49-F238E27FC236}">
                <a16:creationId xmlns:a16="http://schemas.microsoft.com/office/drawing/2014/main" id="{5A3F1D45-7C60-8FAA-3D43-96C30A6EC22E}"/>
              </a:ext>
            </a:extLst>
          </p:cNvPr>
          <p:cNvSpPr txBox="1"/>
          <p:nvPr/>
        </p:nvSpPr>
        <p:spPr>
          <a:xfrm>
            <a:off x="6219068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TextBox 176">
            <a:extLst>
              <a:ext uri="{FF2B5EF4-FFF2-40B4-BE49-F238E27FC236}">
                <a16:creationId xmlns:a16="http://schemas.microsoft.com/office/drawing/2014/main" id="{4A18E052-2665-AF06-BB04-9EF9AAFD5DC5}"/>
              </a:ext>
            </a:extLst>
          </p:cNvPr>
          <p:cNvSpPr txBox="1"/>
          <p:nvPr/>
        </p:nvSpPr>
        <p:spPr>
          <a:xfrm>
            <a:off x="741664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bond_leak</a:t>
            </a:r>
            <a:endParaRPr lang="en-US" sz="678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TextBox 177">
            <a:extLst>
              <a:ext uri="{FF2B5EF4-FFF2-40B4-BE49-F238E27FC236}">
                <a16:creationId xmlns:a16="http://schemas.microsoft.com/office/drawing/2014/main" id="{84ADACE2-ECA7-ABAA-8959-2C1E5D1D3380}"/>
              </a:ext>
            </a:extLst>
          </p:cNvPr>
          <p:cNvSpPr txBox="1"/>
          <p:nvPr/>
        </p:nvSpPr>
        <p:spPr>
          <a:xfrm>
            <a:off x="8614228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TextBox 178">
            <a:extLst>
              <a:ext uri="{FF2B5EF4-FFF2-40B4-BE49-F238E27FC236}">
                <a16:creationId xmlns:a16="http://schemas.microsoft.com/office/drawing/2014/main" id="{5759C5EA-990D-3306-10F2-00171FA1F339}"/>
              </a:ext>
            </a:extLst>
          </p:cNvPr>
          <p:cNvSpPr txBox="1"/>
          <p:nvPr/>
        </p:nvSpPr>
        <p:spPr>
          <a:xfrm>
            <a:off x="1428750" y="3139141"/>
            <a:ext cx="863147" cy="22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</a:t>
            </a:r>
            <a:r>
              <a:rPr lang="ko-KR" alt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ko-KR" alt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TextBox 179">
            <a:extLst>
              <a:ext uri="{FF2B5EF4-FFF2-40B4-BE49-F238E27FC236}">
                <a16:creationId xmlns:a16="http://schemas.microsoft.com/office/drawing/2014/main" id="{3ABD46D0-E1B2-86A0-916C-9F9108ADEFF0}"/>
              </a:ext>
            </a:extLst>
          </p:cNvPr>
          <p:cNvSpPr txBox="1"/>
          <p:nvPr/>
        </p:nvSpPr>
        <p:spPr>
          <a:xfrm>
            <a:off x="2626330" y="3139141"/>
            <a:ext cx="863147" cy="10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</p:txBody>
      </p:sp>
      <p:sp>
        <p:nvSpPr>
          <p:cNvPr id="155" name="TextBox 180">
            <a:extLst>
              <a:ext uri="{FF2B5EF4-FFF2-40B4-BE49-F238E27FC236}">
                <a16:creationId xmlns:a16="http://schemas.microsoft.com/office/drawing/2014/main" id="{46DF495F-0DD6-02C2-C542-6B753EF10A7F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bond_leak</a:t>
            </a:r>
          </a:p>
        </p:txBody>
      </p:sp>
      <p:sp>
        <p:nvSpPr>
          <p:cNvPr id="156" name="TextBox 181">
            <a:extLst>
              <a:ext uri="{FF2B5EF4-FFF2-40B4-BE49-F238E27FC236}">
                <a16:creationId xmlns:a16="http://schemas.microsoft.com/office/drawing/2014/main" id="{5DE10F86-56D8-ECAF-E9A9-A74257E168B4}"/>
              </a:ext>
            </a:extLst>
          </p:cNvPr>
          <p:cNvSpPr txBox="1"/>
          <p:nvPr/>
        </p:nvSpPr>
        <p:spPr>
          <a:xfrm>
            <a:off x="6219068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TextBox 182">
            <a:extLst>
              <a:ext uri="{FF2B5EF4-FFF2-40B4-BE49-F238E27FC236}">
                <a16:creationId xmlns:a16="http://schemas.microsoft.com/office/drawing/2014/main" id="{A013A927-F5AB-C9F4-6AD8-00C42C6719BE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broken_bar</a:t>
            </a:r>
            <a:endParaRPr lang="en-US" sz="678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8" name="TextBox 183">
            <a:extLst>
              <a:ext uri="{FF2B5EF4-FFF2-40B4-BE49-F238E27FC236}">
                <a16:creationId xmlns:a16="http://schemas.microsoft.com/office/drawing/2014/main" id="{17FB4051-572C-304D-F2CD-1DBF4A1B298B}"/>
              </a:ext>
            </a:extLst>
          </p:cNvPr>
          <p:cNvSpPr txBox="1"/>
          <p:nvPr/>
        </p:nvSpPr>
        <p:spPr>
          <a:xfrm>
            <a:off x="1428750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TextBox 184">
            <a:extLst>
              <a:ext uri="{FF2B5EF4-FFF2-40B4-BE49-F238E27FC236}">
                <a16:creationId xmlns:a16="http://schemas.microsoft.com/office/drawing/2014/main" id="{67038E36-5286-CBB3-B9B7-2989C5C16934}"/>
              </a:ext>
            </a:extLst>
          </p:cNvPr>
          <p:cNvSpPr txBox="1"/>
          <p:nvPr/>
        </p:nvSpPr>
        <p:spPr>
          <a:xfrm>
            <a:off x="5021489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TextBox 185">
            <a:extLst>
              <a:ext uri="{FF2B5EF4-FFF2-40B4-BE49-F238E27FC236}">
                <a16:creationId xmlns:a16="http://schemas.microsoft.com/office/drawing/2014/main" id="{E479125C-7DFC-4139-DBA4-9E60903EFCE0}"/>
              </a:ext>
            </a:extLst>
          </p:cNvPr>
          <p:cNvSpPr txBox="1"/>
          <p:nvPr/>
        </p:nvSpPr>
        <p:spPr>
          <a:xfrm>
            <a:off x="621906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TextBox 186">
            <a:extLst>
              <a:ext uri="{FF2B5EF4-FFF2-40B4-BE49-F238E27FC236}">
                <a16:creationId xmlns:a16="http://schemas.microsoft.com/office/drawing/2014/main" id="{568B4F9D-F634-29EF-1E32-DB9323669F28}"/>
              </a:ext>
            </a:extLst>
          </p:cNvPr>
          <p:cNvSpPr txBox="1"/>
          <p:nvPr/>
        </p:nvSpPr>
        <p:spPr>
          <a:xfrm>
            <a:off x="741664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broken_bar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04165AFA-644E-C9E1-F576-574BF9EC54AF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2DD47D6A-EEE4-57CC-D3A8-0DB857DD2929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336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3137</Words>
  <Application>Microsoft Office PowerPoint</Application>
  <DocSecurity>0</DocSecurity>
  <PresentationFormat>A4 Paper (210x297 mm)</PresentationFormat>
  <Paragraphs>922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Arimo</vt:lpstr>
      <vt:lpstr>Arimo Bold</vt:lpstr>
      <vt:lpstr>Noto Sans Kr</vt:lpstr>
      <vt:lpstr>맑은 고딕</vt:lpstr>
      <vt:lpstr>Arial</vt:lpstr>
      <vt:lpstr>Calibri</vt:lpstr>
      <vt:lpstr>Calibri Light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구분선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월드와이드메모리 화면설계서 v1.10</dc:title>
  <dc:creator/>
  <cp:lastModifiedBy>준호 이</cp:lastModifiedBy>
  <cp:revision>110</cp:revision>
  <dcterms:created xsi:type="dcterms:W3CDTF">2026-09-22T02:09:59Z</dcterms:created>
  <dcterms:modified xsi:type="dcterms:W3CDTF">2026-10-26T05:42:22Z</dcterms:modified>
</cp:coreProperties>
</file>